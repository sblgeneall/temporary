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cfb0b58dac41f7" /><Relationship Type="http://schemas.openxmlformats.org/officeDocument/2006/relationships/extended-properties" Target="/docProps/app.xml" Id="R2104d2e0a07a4b14" /><Relationship Type="http://schemas.openxmlformats.org/officeDocument/2006/relationships/officeDocument" Target="/ppt/presentation.xml" Id="R96ddf6db46884281" /></Relationships>
</file>

<file path=ppt/presentation.xml><?xml version="1.0" encoding="utf-8"?>
<p:presentation xmlns:p="http://schemas.openxmlformats.org/presentationml/2006/main">
  <p:sldMasterIdLst>
    <p:sldMasterId xmlns:r="http://schemas.openxmlformats.org/officeDocument/2006/relationships" id="2147483648" r:id="R0a8cc276bd7a4837"/>
  </p:sldMasterIdLst>
  <p:notesMasterIdLst>
    <p:notesMasterId xmlns:r="http://schemas.openxmlformats.org/officeDocument/2006/relationships" r:id="Rf46b0ea4ce914c35"/>
  </p:notesMasterIdLst>
  <p:sldIdLst>
    <p:sldId xmlns:r="http://schemas.openxmlformats.org/officeDocument/2006/relationships" id="256" r:id="R114baf5d5d9f49c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733c0d33ec4329" /><Relationship Type="http://schemas.openxmlformats.org/officeDocument/2006/relationships/slideMaster" Target="/ppt/slideMasters/slideMaster1.xml" Id="R0a8cc276bd7a4837" /><Relationship Type="http://schemas.openxmlformats.org/officeDocument/2006/relationships/notesMaster" Target="/ppt/notesMasters/notesMaster1.xml" Id="Rf46b0ea4ce914c35" /><Relationship Type="http://schemas.openxmlformats.org/officeDocument/2006/relationships/presProps" Target="/ppt/presProps.xml" Id="Rebc145197cd94b31" /><Relationship Type="http://schemas.openxmlformats.org/officeDocument/2006/relationships/tableStyles" Target="/ppt/tableStyles.xml" Id="Ra79eec0257e74d22" /><Relationship Type="http://schemas.openxmlformats.org/officeDocument/2006/relationships/slide" Target="/ppt/slides/slide1.xml" Id="R114baf5d5d9f49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30b1ec924d4d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67cbe99408424d" /><Relationship Type="http://schemas.openxmlformats.org/officeDocument/2006/relationships/notesMaster" Target="/ppt/notesMasters/notesMaster1.xml" Id="R3b137cc1096346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visible elements are native editable PowerPoint shapes or text. Use Home &gt; Select &gt; Selection Pane to choose named components. FACS dots are illustrative events, not experimental measurements. The donor has an internal promoter for mCherry, so transient mCherry expression is possible before RMCE. Puro is promoterless by design and gains EF1α-driven expression after promoter capture. Selection and GFP−/mCherry+ conversion do not independently establish correct junctions or single-copy integration. J marks unspecified recombined junctions. DNA cassettes are not to scale. Source: user-provided construct architecture and conceptual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b580b28b0749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53d6e712bc4ff3" /><Relationship Type="http://schemas.openxmlformats.org/officeDocument/2006/relationships/slideLayout" Target="/ppt/slideLayouts/slideLayout1.xml" Id="R190e679f1dcb4d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0e679f1dcb4d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f5b421ba4b419f" /><Relationship Type="http://schemas.openxmlformats.org/officeDocument/2006/relationships/notesSlide" Target="/ppt/notesSlides/notesSlide1.xml" Id="R280a127caec44d1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3" name="RMCE with Promoterless Puromycin Selecti-1">
            <a:extLst xmlns:a="http://schemas.openxmlformats.org/drawingml/2006/main">
              <a:ext uri="{FF2B5EF4-FFF2-40B4-BE49-F238E27FC236}">
                <a16:creationId xmlns:a16="http://schemas.microsoft.com/office/drawing/2014/main" id="{62029048-5C4B-4187-AC39-95492E458225}"/>
              </a:ext>
            </a:extLst>
          </p:cNvPr>
          <p:cNvSpPr>
            <a:spLocks xmlns:a="http://schemas.openxmlformats.org/drawingml/2006/main" noGrp="1"/>
          </p:cNvSpPr>
          <p:nvPr/>
        </p:nvSpPr>
        <p:spPr>
          <a:xfrm xmlns:a="http://schemas.openxmlformats.org/drawingml/2006/main" rot="0">
            <a:off x="381000" y="257175"/>
            <a:ext cx="1447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42238"/>
                </a:solidFill>
                <a:latin typeface="Arial"/>
                <a:ea typeface="Arial"/>
                <a:cs typeface="Arial"/>
              </a:defRPr>
            </a:pPr>
            <a:r>
              <a:rPr sz="3300" b="1">
                <a:solidFill>
                  <a:srgbClr val="142238"/>
                </a:solidFill>
                <a:latin typeface="Arial"/>
                <a:ea typeface="Arial"/>
                <a:cs typeface="Arial"/>
              </a:rPr>
              <a:t>RMCE with Promoterless Puromycin Selection</a:t>
            </a:r>
          </a:p>
        </p:txBody>
      </p:sp>
      <p:sp>
        <p:nvSpPr>
          <p:cNvPr id="2" name="ROSA26 landing pad, donor exchange and r-2">
            <a:extLst xmlns:a="http://schemas.openxmlformats.org/drawingml/2006/main">
              <a:ext uri="{FF2B5EF4-FFF2-40B4-BE49-F238E27FC236}">
                <a16:creationId xmlns:a16="http://schemas.microsoft.com/office/drawing/2014/main" id="{F6EF81E3-8D8D-4A55-9111-D960A13B9BF2}"/>
              </a:ext>
            </a:extLst>
          </p:cNvPr>
          <p:cNvSpPr>
            <a:spLocks xmlns:a="http://schemas.openxmlformats.org/drawingml/2006/main" noGrp="1"/>
          </p:cNvSpPr>
          <p:nvPr/>
        </p:nvSpPr>
        <p:spPr>
          <a:xfrm xmlns:a="http://schemas.openxmlformats.org/drawingml/2006/main" rot="0">
            <a:off x="381000" y="819150"/>
            <a:ext cx="1428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478"/>
                </a:solidFill>
                <a:latin typeface="Arial"/>
                <a:ea typeface="Arial"/>
                <a:cs typeface="Arial"/>
              </a:defRPr>
            </a:pPr>
            <a:r>
              <a:rPr sz="1800" b="0">
                <a:solidFill>
                  <a:srgbClr val="576478"/>
                </a:solidFill>
                <a:latin typeface="Arial"/>
                <a:ea typeface="Arial"/>
                <a:cs typeface="Arial"/>
              </a:rPr>
              <a:t>ROSA26 landing pad, donor exchange and reporter conversion</a:t>
            </a:r>
          </a:p>
        </p:txBody>
      </p:sp>
      <p:sp>
        <p:nvSpPr>
          <p:cNvPr id="3" name="line-3">
            <a:extLst xmlns:a="http://schemas.openxmlformats.org/drawingml/2006/main">
              <a:ext uri="{FF2B5EF4-FFF2-40B4-BE49-F238E27FC236}">
                <a16:creationId xmlns:a16="http://schemas.microsoft.com/office/drawing/2014/main" id="{47204182-F98C-4D6D-87F8-D67941EC167E}"/>
              </a:ext>
            </a:extLst>
          </p:cNvPr>
          <p:cNvSpPr>
            <a:spLocks xmlns:a="http://schemas.openxmlformats.org/drawingml/2006/main" noGrp="1"/>
          </p:cNvSpPr>
          <p:nvPr/>
        </p:nvSpPr>
        <p:spPr>
          <a:xfrm xmlns:a="http://schemas.openxmlformats.org/drawingml/2006/main">
            <a:off x="8258175" y="1400175"/>
            <a:ext cx="9525" cy="6438900"/>
          </a:xfrm>
          <a:custGeom xmlns:a="http://schemas.openxmlformats.org/drawingml/2006/main">
            <a:pathLst>
              <a:path w="9525" h="6438900">
                <a:moveTo>
                  <a:pt x="0" y="0"/>
                </a:moveTo>
                <a:lnTo>
                  <a:pt x="0" y="6438900"/>
                </a:lnTo>
              </a:path>
            </a:pathLst>
          </a:custGeom>
          <a:noFill xmlns:a="http://schemas.openxmlformats.org/drawingml/2006/main"/>
          <a:ln xmlns:a="http://schemas.openxmlformats.org/drawingml/2006/main" w="13335">
            <a:solidFill>
              <a:srgbClr val="B8C0CB"/>
            </a:solidFill>
            <a:prstDash val="solid"/>
          </a:ln>
        </p:spPr>
      </p:sp>
      <p:sp>
        <p:nvSpPr>
          <p:cNvPr id="4" name="A-4">
            <a:extLst xmlns:a="http://schemas.openxmlformats.org/drawingml/2006/main">
              <a:ext uri="{FF2B5EF4-FFF2-40B4-BE49-F238E27FC236}">
                <a16:creationId xmlns:a16="http://schemas.microsoft.com/office/drawing/2014/main" id="{14D9164B-C447-4DED-895A-9DB48E3613B2}"/>
              </a:ext>
            </a:extLst>
          </p:cNvPr>
          <p:cNvSpPr>
            <a:spLocks xmlns:a="http://schemas.openxmlformats.org/drawingml/2006/main" noGrp="1"/>
          </p:cNvSpPr>
          <p:nvPr/>
        </p:nvSpPr>
        <p:spPr>
          <a:xfrm xmlns:a="http://schemas.openxmlformats.org/drawingml/2006/main" rot="0">
            <a:off x="381000" y="1390650"/>
            <a:ext cx="333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42238"/>
                </a:solidFill>
                <a:latin typeface="Arial"/>
                <a:ea typeface="Arial"/>
                <a:cs typeface="Arial"/>
              </a:defRPr>
            </a:pPr>
            <a:r>
              <a:rPr sz="2250" b="1">
                <a:solidFill>
                  <a:srgbClr val="142238"/>
                </a:solidFill>
                <a:latin typeface="Arial"/>
                <a:ea typeface="Arial"/>
                <a:cs typeface="Arial"/>
              </a:rPr>
              <a:t>A</a:t>
            </a:r>
          </a:p>
        </p:txBody>
      </p:sp>
      <p:sp>
        <p:nvSpPr>
          <p:cNvPr id="5" name="Cassette exchange at the host chromosome-5">
            <a:extLst xmlns:a="http://schemas.openxmlformats.org/drawingml/2006/main">
              <a:ext uri="{FF2B5EF4-FFF2-40B4-BE49-F238E27FC236}">
                <a16:creationId xmlns:a16="http://schemas.microsoft.com/office/drawing/2014/main" id="{36A6C5F0-DFF5-46C7-ACF4-D2A3E5AE5A3E}"/>
              </a:ext>
            </a:extLst>
          </p:cNvPr>
          <p:cNvSpPr>
            <a:spLocks xmlns:a="http://schemas.openxmlformats.org/drawingml/2006/main" noGrp="1"/>
          </p:cNvSpPr>
          <p:nvPr/>
        </p:nvSpPr>
        <p:spPr>
          <a:xfrm xmlns:a="http://schemas.openxmlformats.org/drawingml/2006/main" rot="0">
            <a:off x="828675" y="1400175"/>
            <a:ext cx="7191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42238"/>
                </a:solidFill>
                <a:latin typeface="Arial"/>
                <a:ea typeface="Arial"/>
                <a:cs typeface="Arial"/>
              </a:defRPr>
            </a:pPr>
            <a:r>
              <a:rPr sz="2025" b="1">
                <a:solidFill>
                  <a:srgbClr val="142238"/>
                </a:solidFill>
                <a:latin typeface="Arial"/>
                <a:ea typeface="Arial"/>
                <a:cs typeface="Arial"/>
              </a:rPr>
              <a:t>Cassette exchange at the host chromosome</a:t>
            </a:r>
          </a:p>
        </p:txBody>
      </p:sp>
      <p:sp>
        <p:nvSpPr>
          <p:cNvPr id="6" name="B-6">
            <a:extLst xmlns:a="http://schemas.openxmlformats.org/drawingml/2006/main">
              <a:ext uri="{FF2B5EF4-FFF2-40B4-BE49-F238E27FC236}">
                <a16:creationId xmlns:a16="http://schemas.microsoft.com/office/drawing/2014/main" id="{A09C3E7A-50DA-4AB4-B696-6B8A40159A07}"/>
              </a:ext>
            </a:extLst>
          </p:cNvPr>
          <p:cNvSpPr>
            <a:spLocks xmlns:a="http://schemas.openxmlformats.org/drawingml/2006/main" noGrp="1"/>
          </p:cNvSpPr>
          <p:nvPr/>
        </p:nvSpPr>
        <p:spPr>
          <a:xfrm xmlns:a="http://schemas.openxmlformats.org/drawingml/2006/main" rot="0">
            <a:off x="8572500" y="1390650"/>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42238"/>
                </a:solidFill>
                <a:latin typeface="Arial"/>
                <a:ea typeface="Arial"/>
                <a:cs typeface="Arial"/>
              </a:defRPr>
            </a:pPr>
            <a:r>
              <a:rPr sz="2250" b="1">
                <a:solidFill>
                  <a:srgbClr val="142238"/>
                </a:solidFill>
                <a:latin typeface="Arial"/>
                <a:ea typeface="Arial"/>
                <a:cs typeface="Arial"/>
              </a:rPr>
              <a:t>B</a:t>
            </a:r>
          </a:p>
        </p:txBody>
      </p:sp>
      <p:sp>
        <p:nvSpPr>
          <p:cNvPr id="7" name="Why promoterless Puro?-7">
            <a:extLst xmlns:a="http://schemas.openxmlformats.org/drawingml/2006/main">
              <a:ext uri="{FF2B5EF4-FFF2-40B4-BE49-F238E27FC236}">
                <a16:creationId xmlns:a16="http://schemas.microsoft.com/office/drawing/2014/main" id="{2356659D-482C-4DBF-868E-442EBB87CC74}"/>
              </a:ext>
            </a:extLst>
          </p:cNvPr>
          <p:cNvSpPr>
            <a:spLocks xmlns:a="http://schemas.openxmlformats.org/drawingml/2006/main" noGrp="1"/>
          </p:cNvSpPr>
          <p:nvPr/>
        </p:nvSpPr>
        <p:spPr>
          <a:xfrm xmlns:a="http://schemas.openxmlformats.org/drawingml/2006/main" rot="0">
            <a:off x="9010650" y="1400175"/>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42238"/>
                </a:solidFill>
                <a:latin typeface="Arial"/>
                <a:ea typeface="Arial"/>
                <a:cs typeface="Arial"/>
              </a:defRPr>
            </a:pPr>
            <a:r>
              <a:rPr sz="2100" b="1">
                <a:solidFill>
                  <a:srgbClr val="142238"/>
                </a:solidFill>
                <a:latin typeface="Arial"/>
                <a:ea typeface="Arial"/>
                <a:cs typeface="Arial"/>
              </a:rPr>
              <a:t>Why promoterless Puro?</a:t>
            </a:r>
          </a:p>
        </p:txBody>
      </p:sp>
      <p:sp>
        <p:nvSpPr>
          <p:cNvPr id="8" name="Chromosome chromatid-8">
            <a:extLst xmlns:a="http://schemas.openxmlformats.org/drawingml/2006/main">
              <a:ext uri="{FF2B5EF4-FFF2-40B4-BE49-F238E27FC236}">
                <a16:creationId xmlns:a16="http://schemas.microsoft.com/office/drawing/2014/main" id="{032578D7-904E-44EF-A512-ADD1753B7113}"/>
              </a:ext>
            </a:extLst>
          </p:cNvPr>
          <p:cNvSpPr>
            <a:spLocks xmlns:a="http://schemas.openxmlformats.org/drawingml/2006/main" noGrp="1"/>
          </p:cNvSpPr>
          <p:nvPr/>
        </p:nvSpPr>
        <p:spPr>
          <a:xfrm xmlns:a="http://schemas.openxmlformats.org/drawingml/2006/main" rot="-1620000">
            <a:off x="509588" y="2105025"/>
            <a:ext cx="137160" cy="857250"/>
          </a:xfrm>
          <a:prstGeom xmlns:a="http://schemas.openxmlformats.org/drawingml/2006/main" prst="roundRect">
            <a:avLst>
              <a:gd name="adj" fmla="val 50000"/>
            </a:avLst>
          </a:prstGeom>
          <a:solidFill xmlns:a="http://schemas.openxmlformats.org/drawingml/2006/main">
            <a:srgbClr val="D7DBE1"/>
          </a:solidFill>
          <a:ln xmlns:a="http://schemas.openxmlformats.org/drawingml/2006/main" w="19050">
            <a:solidFill>
              <a:srgbClr val="939BA6"/>
            </a:solidFill>
            <a:prstDash val="solid"/>
          </a:ln>
        </p:spPr>
      </p:sp>
      <p:sp>
        <p:nvSpPr>
          <p:cNvPr id="9" name="Chromosome chromatid-9">
            <a:extLst xmlns:a="http://schemas.openxmlformats.org/drawingml/2006/main">
              <a:ext uri="{FF2B5EF4-FFF2-40B4-BE49-F238E27FC236}">
                <a16:creationId xmlns:a16="http://schemas.microsoft.com/office/drawing/2014/main" id="{FED2961F-BCFC-4F1B-AE16-6A5DD3774AA2}"/>
              </a:ext>
            </a:extLst>
          </p:cNvPr>
          <p:cNvSpPr>
            <a:spLocks xmlns:a="http://schemas.openxmlformats.org/drawingml/2006/main" noGrp="1"/>
          </p:cNvSpPr>
          <p:nvPr/>
        </p:nvSpPr>
        <p:spPr>
          <a:xfrm xmlns:a="http://schemas.openxmlformats.org/drawingml/2006/main" rot="1620000">
            <a:off x="509588" y="2105025"/>
            <a:ext cx="137160" cy="857250"/>
          </a:xfrm>
          <a:prstGeom xmlns:a="http://schemas.openxmlformats.org/drawingml/2006/main" prst="roundRect">
            <a:avLst>
              <a:gd name="adj" fmla="val 50000"/>
            </a:avLst>
          </a:prstGeom>
          <a:solidFill xmlns:a="http://schemas.openxmlformats.org/drawingml/2006/main">
            <a:srgbClr val="D7DBE1"/>
          </a:solidFill>
          <a:ln xmlns:a="http://schemas.openxmlformats.org/drawingml/2006/main" w="19050">
            <a:solidFill>
              <a:srgbClr val="939BA6"/>
            </a:solidFill>
            <a:prstDash val="solid"/>
          </a:ln>
        </p:spPr>
      </p:sp>
      <p:sp>
        <p:nvSpPr>
          <p:cNvPr id="10" name="ROSA26 locus-10">
            <a:extLst xmlns:a="http://schemas.openxmlformats.org/drawingml/2006/main">
              <a:ext uri="{FF2B5EF4-FFF2-40B4-BE49-F238E27FC236}">
                <a16:creationId xmlns:a16="http://schemas.microsoft.com/office/drawing/2014/main" id="{077E1043-6E8B-49AF-BA74-7BB6658B1301}"/>
              </a:ext>
            </a:extLst>
          </p:cNvPr>
          <p:cNvSpPr>
            <a:spLocks xmlns:a="http://schemas.openxmlformats.org/drawingml/2006/main" noGrp="1"/>
          </p:cNvSpPr>
          <p:nvPr/>
        </p:nvSpPr>
        <p:spPr>
          <a:xfrm xmlns:a="http://schemas.openxmlformats.org/drawingml/2006/main" rot="0">
            <a:off x="518160" y="2533650"/>
            <a:ext cx="102870" cy="68580"/>
          </a:xfrm>
          <a:prstGeom xmlns:a="http://schemas.openxmlformats.org/drawingml/2006/main" prst="ellipse">
            <a:avLst/>
          </a:prstGeom>
          <a:solidFill xmlns:a="http://schemas.openxmlformats.org/drawingml/2006/main">
            <a:srgbClr val="6CB5E6"/>
          </a:solidFill>
          <a:ln xmlns:a="http://schemas.openxmlformats.org/drawingml/2006/main" w="0">
            <a:noFill/>
            <a:prstDash val="solid"/>
          </a:ln>
        </p:spPr>
      </p:sp>
      <p:sp>
        <p:nvSpPr>
          <p:cNvPr id="11" name="Host&#10;chromosome-11">
            <a:extLst xmlns:a="http://schemas.openxmlformats.org/drawingml/2006/main">
              <a:ext uri="{FF2B5EF4-FFF2-40B4-BE49-F238E27FC236}">
                <a16:creationId xmlns:a16="http://schemas.microsoft.com/office/drawing/2014/main" id="{4F057B84-8AC4-4AF3-8AE0-34B8BC3B68CB}"/>
              </a:ext>
            </a:extLst>
          </p:cNvPr>
          <p:cNvSpPr>
            <a:spLocks xmlns:a="http://schemas.openxmlformats.org/drawingml/2006/main" noGrp="1"/>
          </p:cNvSpPr>
          <p:nvPr/>
        </p:nvSpPr>
        <p:spPr>
          <a:xfrm xmlns:a="http://schemas.openxmlformats.org/drawingml/2006/main" rot="0">
            <a:off x="857250" y="1990725"/>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142238"/>
                </a:solidFill>
                <a:latin typeface="Arial"/>
                <a:ea typeface="Arial"/>
                <a:cs typeface="Arial"/>
              </a:defRPr>
            </a:pPr>
            <a:r>
              <a:rPr sz="1350" b="0">
                <a:solidFill>
                  <a:srgbClr val="142238"/>
                </a:solidFill>
                <a:latin typeface="Arial"/>
                <a:ea typeface="Arial"/>
                <a:cs typeface="Arial"/>
              </a:rPr>
              <a:t>Host</a:t>
            </a:r>
          </a:p>
          <a:p xmlns:a="http://schemas.openxmlformats.org/drawingml/2006/main">
            <a:pPr algn="l">
              <a:defRPr sz="1350" b="0">
                <a:solidFill>
                  <a:srgbClr val="142238"/>
                </a:solidFill>
                <a:latin typeface="Arial"/>
                <a:ea typeface="Arial"/>
                <a:cs typeface="Arial"/>
              </a:defRPr>
            </a:pPr>
            <a:r>
              <a:rPr sz="1350" b="0">
                <a:solidFill>
                  <a:srgbClr val="142238"/>
                </a:solidFill>
                <a:latin typeface="Arial"/>
                <a:ea typeface="Arial"/>
                <a:cs typeface="Arial"/>
              </a:rPr>
              <a:t>chromosome</a:t>
            </a:r>
          </a:p>
        </p:txBody>
      </p:sp>
      <p:sp>
        <p:nvSpPr>
          <p:cNvPr id="12" name="ROSA26 landing pad-12">
            <a:extLst xmlns:a="http://schemas.openxmlformats.org/drawingml/2006/main">
              <a:ext uri="{FF2B5EF4-FFF2-40B4-BE49-F238E27FC236}">
                <a16:creationId xmlns:a16="http://schemas.microsoft.com/office/drawing/2014/main" id="{DBD69334-ED9B-4373-B1B7-F8CE17A33F97}"/>
              </a:ext>
            </a:extLst>
          </p:cNvPr>
          <p:cNvSpPr>
            <a:spLocks xmlns:a="http://schemas.openxmlformats.org/drawingml/2006/main" noGrp="1"/>
          </p:cNvSpPr>
          <p:nvPr/>
        </p:nvSpPr>
        <p:spPr>
          <a:xfrm xmlns:a="http://schemas.openxmlformats.org/drawingml/2006/main" rot="0">
            <a:off x="2143125" y="19907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42238"/>
                </a:solidFill>
                <a:latin typeface="Arial"/>
                <a:ea typeface="Arial"/>
                <a:cs typeface="Arial"/>
              </a:defRPr>
            </a:pPr>
            <a:r>
              <a:rPr sz="1725" b="1">
                <a:solidFill>
                  <a:srgbClr val="142238"/>
                </a:solidFill>
                <a:latin typeface="Arial"/>
                <a:ea typeface="Arial"/>
                <a:cs typeface="Arial"/>
              </a:rPr>
              <a:t>ROSA26 landing pad</a:t>
            </a:r>
          </a:p>
        </p:txBody>
      </p:sp>
      <p:sp>
        <p:nvSpPr>
          <p:cNvPr id="13" name="line-13">
            <a:extLst xmlns:a="http://schemas.openxmlformats.org/drawingml/2006/main">
              <a:ext uri="{FF2B5EF4-FFF2-40B4-BE49-F238E27FC236}">
                <a16:creationId xmlns:a16="http://schemas.microsoft.com/office/drawing/2014/main" id="{6C3E209E-D7E9-46CA-B3AE-46FC7035EC58}"/>
              </a:ext>
            </a:extLst>
          </p:cNvPr>
          <p:cNvSpPr>
            <a:spLocks xmlns:a="http://schemas.openxmlformats.org/drawingml/2006/main" noGrp="1"/>
          </p:cNvSpPr>
          <p:nvPr/>
        </p:nvSpPr>
        <p:spPr>
          <a:xfrm xmlns:a="http://schemas.openxmlformats.org/drawingml/2006/main">
            <a:off x="923925" y="2638425"/>
            <a:ext cx="1152525" cy="152400"/>
          </a:xfrm>
          <a:custGeom xmlns:a="http://schemas.openxmlformats.org/drawingml/2006/main">
            <a:pathLst>
              <a:path w="1152525" h="152400">
                <a:moveTo>
                  <a:pt x="0" y="0"/>
                </a:moveTo>
                <a:lnTo>
                  <a:pt x="1152525" y="152400"/>
                </a:lnTo>
              </a:path>
            </a:pathLst>
          </a:custGeom>
          <a:noFill xmlns:a="http://schemas.openxmlformats.org/drawingml/2006/main"/>
          <a:ln xmlns:a="http://schemas.openxmlformats.org/drawingml/2006/main" w="11430">
            <a:solidFill>
              <a:srgbClr val="8F99A7"/>
            </a:solidFill>
            <a:prstDash val="solid"/>
          </a:ln>
        </p:spPr>
      </p:sp>
      <p:sp>
        <p:nvSpPr>
          <p:cNvPr id="14" name="line-14">
            <a:extLst xmlns:a="http://schemas.openxmlformats.org/drawingml/2006/main">
              <a:ext uri="{FF2B5EF4-FFF2-40B4-BE49-F238E27FC236}">
                <a16:creationId xmlns:a16="http://schemas.microsoft.com/office/drawing/2014/main" id="{E99E1847-5F99-4AA1-97BC-2B2004E41EA2}"/>
              </a:ext>
            </a:extLst>
          </p:cNvPr>
          <p:cNvSpPr>
            <a:spLocks xmlns:a="http://schemas.openxmlformats.org/drawingml/2006/main" noGrp="1"/>
          </p:cNvSpPr>
          <p:nvPr/>
        </p:nvSpPr>
        <p:spPr>
          <a:xfrm xmlns:a="http://schemas.openxmlformats.org/drawingml/2006/main">
            <a:off x="1809750" y="2800350"/>
            <a:ext cx="5715000" cy="9525"/>
          </a:xfrm>
          <a:custGeom xmlns:a="http://schemas.openxmlformats.org/drawingml/2006/main">
            <a:pathLst>
              <a:path w="5715000" h="9525">
                <a:moveTo>
                  <a:pt x="0" y="0"/>
                </a:moveTo>
                <a:lnTo>
                  <a:pt x="5715000" y="0"/>
                </a:lnTo>
              </a:path>
            </a:pathLst>
          </a:custGeom>
          <a:noFill xmlns:a="http://schemas.openxmlformats.org/drawingml/2006/main"/>
          <a:ln xmlns:a="http://schemas.openxmlformats.org/drawingml/2006/main" w="19050">
            <a:solidFill>
              <a:srgbClr val="142238"/>
            </a:solidFill>
            <a:prstDash val="solid"/>
          </a:ln>
        </p:spPr>
      </p:sp>
      <p:sp>
        <p:nvSpPr>
          <p:cNvPr id="15" name="EF1α-15">
            <a:extLst xmlns:a="http://schemas.openxmlformats.org/drawingml/2006/main">
              <a:ext uri="{FF2B5EF4-FFF2-40B4-BE49-F238E27FC236}">
                <a16:creationId xmlns:a16="http://schemas.microsoft.com/office/drawing/2014/main" id="{3F9806D0-F38D-444F-9B77-B3B25135CDE6}"/>
              </a:ext>
            </a:extLst>
          </p:cNvPr>
          <p:cNvSpPr>
            <a:spLocks xmlns:a="http://schemas.openxmlformats.org/drawingml/2006/main" noGrp="1"/>
          </p:cNvSpPr>
          <p:nvPr/>
        </p:nvSpPr>
        <p:spPr>
          <a:xfrm xmlns:a="http://schemas.openxmlformats.org/drawingml/2006/main" rot="0">
            <a:off x="2152650" y="2628900"/>
            <a:ext cx="1039476" cy="342900"/>
          </a:xfrm>
          <a:prstGeom xmlns:a="http://schemas.openxmlformats.org/drawingml/2006/main" prst="rect">
            <a:avLst/>
          </a:prstGeom>
          <a:solidFill xmlns:a="http://schemas.openxmlformats.org/drawingml/2006/main">
            <a:srgbClr val="6CB5E6"/>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EF1α</a:t>
            </a:r>
          </a:p>
        </p:txBody>
      </p:sp>
      <p:sp>
        <p:nvSpPr>
          <p:cNvPr id="16" name="attP-16">
            <a:extLst xmlns:a="http://schemas.openxmlformats.org/drawingml/2006/main">
              <a:ext uri="{FF2B5EF4-FFF2-40B4-BE49-F238E27FC236}">
                <a16:creationId xmlns:a16="http://schemas.microsoft.com/office/drawing/2014/main" id="{AF19E1B1-A37C-4B61-B554-D50525FD617E}"/>
              </a:ext>
            </a:extLst>
          </p:cNvPr>
          <p:cNvSpPr>
            <a:spLocks xmlns:a="http://schemas.openxmlformats.org/drawingml/2006/main" noGrp="1"/>
          </p:cNvSpPr>
          <p:nvPr/>
        </p:nvSpPr>
        <p:spPr>
          <a:xfrm xmlns:a="http://schemas.openxmlformats.org/drawingml/2006/main">
            <a:off x="3239751" y="2676525"/>
            <a:ext cx="325310" cy="247650"/>
          </a:xfrm>
          <a:custGeom xmlns:a="http://schemas.openxmlformats.org/drawingml/2006/main">
            <a:pathLst>
              <a:path w="325310" h="247650">
                <a:moveTo>
                  <a:pt x="0" y="0"/>
                </a:moveTo>
                <a:lnTo>
                  <a:pt x="0" y="247650"/>
                </a:lnTo>
                <a:lnTo>
                  <a:pt x="325310" y="123825"/>
                </a:lnTo>
                <a:close/>
              </a:path>
            </a:pathLst>
          </a:custGeom>
          <a:solidFill xmlns:a="http://schemas.openxmlformats.org/drawingml/2006/main">
            <a:srgbClr val="EF9B92"/>
          </a:solidFill>
          <a:ln xmlns:a="http://schemas.openxmlformats.org/drawingml/2006/main" w="9525">
            <a:solidFill>
              <a:srgbClr val="142238"/>
            </a:solidFill>
          </a:ln>
        </p:spPr>
      </p:sp>
      <p:sp>
        <p:nvSpPr>
          <p:cNvPr id="17" name="attP-17">
            <a:extLst xmlns:a="http://schemas.openxmlformats.org/drawingml/2006/main">
              <a:ext uri="{FF2B5EF4-FFF2-40B4-BE49-F238E27FC236}">
                <a16:creationId xmlns:a16="http://schemas.microsoft.com/office/drawing/2014/main" id="{DE01A491-B61B-4604-AF62-DDE3B23AC2BC}"/>
              </a:ext>
            </a:extLst>
          </p:cNvPr>
          <p:cNvSpPr>
            <a:spLocks xmlns:a="http://schemas.openxmlformats.org/drawingml/2006/main" noGrp="1"/>
          </p:cNvSpPr>
          <p:nvPr/>
        </p:nvSpPr>
        <p:spPr>
          <a:xfrm xmlns:a="http://schemas.openxmlformats.org/drawingml/2006/main" rot="0">
            <a:off x="3163551" y="3009900"/>
            <a:ext cx="47771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0">
                <a:solidFill>
                  <a:srgbClr val="142238"/>
                </a:solidFill>
                <a:latin typeface="Arial"/>
                <a:ea typeface="Arial"/>
                <a:cs typeface="Arial"/>
              </a:defRPr>
            </a:pPr>
            <a:r>
              <a:rPr sz="1050" b="0">
                <a:solidFill>
                  <a:srgbClr val="142238"/>
                </a:solidFill>
                <a:latin typeface="Arial"/>
                <a:ea typeface="Arial"/>
                <a:cs typeface="Arial"/>
              </a:rPr>
              <a:t>attP</a:t>
            </a:r>
          </a:p>
        </p:txBody>
      </p:sp>
      <p:sp>
        <p:nvSpPr>
          <p:cNvPr id="18" name="EGFP-18">
            <a:extLst xmlns:a="http://schemas.openxmlformats.org/drawingml/2006/main">
              <a:ext uri="{FF2B5EF4-FFF2-40B4-BE49-F238E27FC236}">
                <a16:creationId xmlns:a16="http://schemas.microsoft.com/office/drawing/2014/main" id="{E1E93DA4-82EC-4F45-B6DC-885EE5E6F976}"/>
              </a:ext>
            </a:extLst>
          </p:cNvPr>
          <p:cNvSpPr>
            <a:spLocks xmlns:a="http://schemas.openxmlformats.org/drawingml/2006/main" noGrp="1"/>
          </p:cNvSpPr>
          <p:nvPr/>
        </p:nvSpPr>
        <p:spPr>
          <a:xfrm xmlns:a="http://schemas.openxmlformats.org/drawingml/2006/main" rot="0">
            <a:off x="3612686" y="2628900"/>
            <a:ext cx="1075977" cy="342900"/>
          </a:xfrm>
          <a:prstGeom xmlns:a="http://schemas.openxmlformats.org/drawingml/2006/main" prst="rect">
            <a:avLst/>
          </a:prstGeom>
          <a:solidFill xmlns:a="http://schemas.openxmlformats.org/drawingml/2006/main">
            <a:srgbClr val="7BD65D"/>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EGFP</a:t>
            </a:r>
          </a:p>
        </p:txBody>
      </p:sp>
      <p:sp>
        <p:nvSpPr>
          <p:cNvPr id="19" name="P2A-19">
            <a:extLst xmlns:a="http://schemas.openxmlformats.org/drawingml/2006/main">
              <a:ext uri="{FF2B5EF4-FFF2-40B4-BE49-F238E27FC236}">
                <a16:creationId xmlns:a16="http://schemas.microsoft.com/office/drawing/2014/main" id="{DF32770C-4BD9-426F-A749-40F3936C12C5}"/>
              </a:ext>
            </a:extLst>
          </p:cNvPr>
          <p:cNvSpPr>
            <a:spLocks xmlns:a="http://schemas.openxmlformats.org/drawingml/2006/main" noGrp="1"/>
          </p:cNvSpPr>
          <p:nvPr/>
        </p:nvSpPr>
        <p:spPr>
          <a:xfrm xmlns:a="http://schemas.openxmlformats.org/drawingml/2006/main" rot="0">
            <a:off x="4707714" y="2628900"/>
            <a:ext cx="491963"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P2A</a:t>
            </a:r>
          </a:p>
        </p:txBody>
      </p:sp>
      <p:sp>
        <p:nvSpPr>
          <p:cNvPr id="20" name="Hygro-20">
            <a:extLst xmlns:a="http://schemas.openxmlformats.org/drawingml/2006/main">
              <a:ext uri="{FF2B5EF4-FFF2-40B4-BE49-F238E27FC236}">
                <a16:creationId xmlns:a16="http://schemas.microsoft.com/office/drawing/2014/main" id="{3F781684-82ED-4F78-9AF4-9E9679D35AA1}"/>
              </a:ext>
            </a:extLst>
          </p:cNvPr>
          <p:cNvSpPr>
            <a:spLocks xmlns:a="http://schemas.openxmlformats.org/drawingml/2006/main" noGrp="1"/>
          </p:cNvSpPr>
          <p:nvPr/>
        </p:nvSpPr>
        <p:spPr>
          <a:xfrm xmlns:a="http://schemas.openxmlformats.org/drawingml/2006/main" rot="0">
            <a:off x="5218727" y="2628900"/>
            <a:ext cx="1002976"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Hygro</a:t>
            </a:r>
          </a:p>
        </p:txBody>
      </p:sp>
      <p:sp>
        <p:nvSpPr>
          <p:cNvPr id="21" name="pA-21">
            <a:extLst xmlns:a="http://schemas.openxmlformats.org/drawingml/2006/main">
              <a:ext uri="{FF2B5EF4-FFF2-40B4-BE49-F238E27FC236}">
                <a16:creationId xmlns:a16="http://schemas.microsoft.com/office/drawing/2014/main" id="{B1EFDF27-FF97-4F56-886A-E056DC6D1F25}"/>
              </a:ext>
            </a:extLst>
          </p:cNvPr>
          <p:cNvSpPr>
            <a:spLocks xmlns:a="http://schemas.openxmlformats.org/drawingml/2006/main" noGrp="1"/>
          </p:cNvSpPr>
          <p:nvPr/>
        </p:nvSpPr>
        <p:spPr>
          <a:xfrm xmlns:a="http://schemas.openxmlformats.org/drawingml/2006/main" rot="0">
            <a:off x="6240752" y="2628900"/>
            <a:ext cx="491963"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pA</a:t>
            </a:r>
          </a:p>
        </p:txBody>
      </p:sp>
      <p:sp>
        <p:nvSpPr>
          <p:cNvPr id="22" name="attP-22">
            <a:extLst xmlns:a="http://schemas.openxmlformats.org/drawingml/2006/main">
              <a:ext uri="{FF2B5EF4-FFF2-40B4-BE49-F238E27FC236}">
                <a16:creationId xmlns:a16="http://schemas.microsoft.com/office/drawing/2014/main" id="{5AEE4338-3F74-4E56-9B15-E8AC76D89B29}"/>
              </a:ext>
            </a:extLst>
          </p:cNvPr>
          <p:cNvSpPr>
            <a:spLocks xmlns:a="http://schemas.openxmlformats.org/drawingml/2006/main" noGrp="1"/>
          </p:cNvSpPr>
          <p:nvPr/>
        </p:nvSpPr>
        <p:spPr>
          <a:xfrm xmlns:a="http://schemas.openxmlformats.org/drawingml/2006/main">
            <a:off x="6780340" y="2676525"/>
            <a:ext cx="325310" cy="247650"/>
          </a:xfrm>
          <a:custGeom xmlns:a="http://schemas.openxmlformats.org/drawingml/2006/main">
            <a:pathLst>
              <a:path w="325310" h="247650">
                <a:moveTo>
                  <a:pt x="0" y="0"/>
                </a:moveTo>
                <a:lnTo>
                  <a:pt x="0" y="247650"/>
                </a:lnTo>
                <a:lnTo>
                  <a:pt x="325310" y="123825"/>
                </a:lnTo>
                <a:close/>
              </a:path>
            </a:pathLst>
          </a:custGeom>
          <a:solidFill xmlns:a="http://schemas.openxmlformats.org/drawingml/2006/main">
            <a:srgbClr val="EF9B92"/>
          </a:solidFill>
          <a:ln xmlns:a="http://schemas.openxmlformats.org/drawingml/2006/main" w="9525">
            <a:solidFill>
              <a:srgbClr val="142238"/>
            </a:solidFill>
          </a:ln>
        </p:spPr>
      </p:sp>
      <p:sp>
        <p:nvSpPr>
          <p:cNvPr id="23" name="attP-23">
            <a:extLst xmlns:a="http://schemas.openxmlformats.org/drawingml/2006/main">
              <a:ext uri="{FF2B5EF4-FFF2-40B4-BE49-F238E27FC236}">
                <a16:creationId xmlns:a16="http://schemas.microsoft.com/office/drawing/2014/main" id="{93A29A03-6EB7-4E31-AE3B-A21F5540AE53}"/>
              </a:ext>
            </a:extLst>
          </p:cNvPr>
          <p:cNvSpPr>
            <a:spLocks xmlns:a="http://schemas.openxmlformats.org/drawingml/2006/main" noGrp="1"/>
          </p:cNvSpPr>
          <p:nvPr/>
        </p:nvSpPr>
        <p:spPr>
          <a:xfrm xmlns:a="http://schemas.openxmlformats.org/drawingml/2006/main" rot="0">
            <a:off x="6704140" y="3009900"/>
            <a:ext cx="47771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0">
                <a:solidFill>
                  <a:srgbClr val="142238"/>
                </a:solidFill>
                <a:latin typeface="Arial"/>
                <a:ea typeface="Arial"/>
                <a:cs typeface="Arial"/>
              </a:defRPr>
            </a:pPr>
            <a:r>
              <a:rPr sz="1050" b="0">
                <a:solidFill>
                  <a:srgbClr val="142238"/>
                </a:solidFill>
                <a:latin typeface="Arial"/>
                <a:ea typeface="Arial"/>
                <a:cs typeface="Arial"/>
              </a:rPr>
              <a:t>attP</a:t>
            </a:r>
          </a:p>
        </p:txBody>
      </p:sp>
      <p:sp>
        <p:nvSpPr>
          <p:cNvPr id="24" name="line-24">
            <a:extLst xmlns:a="http://schemas.openxmlformats.org/drawingml/2006/main">
              <a:ext uri="{FF2B5EF4-FFF2-40B4-BE49-F238E27FC236}">
                <a16:creationId xmlns:a16="http://schemas.microsoft.com/office/drawing/2014/main" id="{2BA8A669-05E2-431B-A6D3-3EF8458C6DD5}"/>
              </a:ext>
            </a:extLst>
          </p:cNvPr>
          <p:cNvSpPr>
            <a:spLocks xmlns:a="http://schemas.openxmlformats.org/drawingml/2006/main" noGrp="1"/>
          </p:cNvSpPr>
          <p:nvPr/>
        </p:nvSpPr>
        <p:spPr>
          <a:xfrm xmlns:a="http://schemas.openxmlformats.org/drawingml/2006/main">
            <a:off x="3603161" y="2447925"/>
            <a:ext cx="3139078" cy="9525"/>
          </a:xfrm>
          <a:custGeom xmlns:a="http://schemas.openxmlformats.org/drawingml/2006/main">
            <a:pathLst>
              <a:path w="3139078" h="9525">
                <a:moveTo>
                  <a:pt x="0" y="0"/>
                </a:moveTo>
                <a:lnTo>
                  <a:pt x="3139078" y="0"/>
                </a:lnTo>
              </a:path>
            </a:pathLst>
          </a:custGeom>
          <a:noFill xmlns:a="http://schemas.openxmlformats.org/drawingml/2006/main"/>
          <a:ln xmlns:a="http://schemas.openxmlformats.org/drawingml/2006/main" w="14288">
            <a:solidFill>
              <a:srgbClr val="142238"/>
            </a:solidFill>
            <a:prstDash val="solid"/>
          </a:ln>
        </p:spPr>
      </p:sp>
      <p:sp>
        <p:nvSpPr>
          <p:cNvPr id="25" name="line-25">
            <a:extLst xmlns:a="http://schemas.openxmlformats.org/drawingml/2006/main">
              <a:ext uri="{FF2B5EF4-FFF2-40B4-BE49-F238E27FC236}">
                <a16:creationId xmlns:a16="http://schemas.microsoft.com/office/drawing/2014/main" id="{A51E3977-0036-4437-A368-F20B18BD3B71}"/>
              </a:ext>
            </a:extLst>
          </p:cNvPr>
          <p:cNvSpPr>
            <a:spLocks xmlns:a="http://schemas.openxmlformats.org/drawingml/2006/main" noGrp="1"/>
          </p:cNvSpPr>
          <p:nvPr/>
        </p:nvSpPr>
        <p:spPr>
          <a:xfrm xmlns:a="http://schemas.openxmlformats.org/drawingml/2006/main">
            <a:off x="3603161" y="244792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4288">
            <a:solidFill>
              <a:srgbClr val="142238"/>
            </a:solidFill>
            <a:prstDash val="solid"/>
          </a:ln>
        </p:spPr>
      </p:sp>
      <p:sp>
        <p:nvSpPr>
          <p:cNvPr id="26" name="line-26">
            <a:extLst xmlns:a="http://schemas.openxmlformats.org/drawingml/2006/main">
              <a:ext uri="{FF2B5EF4-FFF2-40B4-BE49-F238E27FC236}">
                <a16:creationId xmlns:a16="http://schemas.microsoft.com/office/drawing/2014/main" id="{0CAC388C-C81A-440C-8C81-339D6595FEC5}"/>
              </a:ext>
            </a:extLst>
          </p:cNvPr>
          <p:cNvSpPr>
            <a:spLocks xmlns:a="http://schemas.openxmlformats.org/drawingml/2006/main" noGrp="1"/>
          </p:cNvSpPr>
          <p:nvPr/>
        </p:nvSpPr>
        <p:spPr>
          <a:xfrm xmlns:a="http://schemas.openxmlformats.org/drawingml/2006/main">
            <a:off x="6742240" y="244792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4288">
            <a:solidFill>
              <a:srgbClr val="142238"/>
            </a:solidFill>
            <a:prstDash val="solid"/>
          </a:ln>
        </p:spPr>
      </p:sp>
      <p:sp>
        <p:nvSpPr>
          <p:cNvPr id="27" name="Exchange region-27">
            <a:extLst xmlns:a="http://schemas.openxmlformats.org/drawingml/2006/main">
              <a:ext uri="{FF2B5EF4-FFF2-40B4-BE49-F238E27FC236}">
                <a16:creationId xmlns:a16="http://schemas.microsoft.com/office/drawing/2014/main" id="{E8355290-6569-4E6D-9260-A6F48925D3BD}"/>
              </a:ext>
            </a:extLst>
          </p:cNvPr>
          <p:cNvSpPr>
            <a:spLocks xmlns:a="http://schemas.openxmlformats.org/drawingml/2006/main" noGrp="1"/>
          </p:cNvSpPr>
          <p:nvPr/>
        </p:nvSpPr>
        <p:spPr>
          <a:xfrm xmlns:a="http://schemas.openxmlformats.org/drawingml/2006/main" rot="0">
            <a:off x="3603161" y="2171700"/>
            <a:ext cx="3139078"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42238"/>
                </a:solidFill>
                <a:latin typeface="Arial"/>
                <a:ea typeface="Arial"/>
                <a:cs typeface="Arial"/>
              </a:defRPr>
            </a:pPr>
            <a:r>
              <a:rPr sz="1350" b="1">
                <a:solidFill>
                  <a:srgbClr val="142238"/>
                </a:solidFill>
                <a:latin typeface="Arial"/>
                <a:ea typeface="Arial"/>
                <a:cs typeface="Arial"/>
              </a:rPr>
              <a:t>Exchange region</a:t>
            </a:r>
          </a:p>
        </p:txBody>
      </p:sp>
      <p:sp>
        <p:nvSpPr>
          <p:cNvPr id="28" name="line-28">
            <a:extLst xmlns:a="http://schemas.openxmlformats.org/drawingml/2006/main">
              <a:ext uri="{FF2B5EF4-FFF2-40B4-BE49-F238E27FC236}">
                <a16:creationId xmlns:a16="http://schemas.microsoft.com/office/drawing/2014/main" id="{53236CC5-6B40-4480-9AFC-A24B0A77B75D}"/>
              </a:ext>
            </a:extLst>
          </p:cNvPr>
          <p:cNvSpPr>
            <a:spLocks xmlns:a="http://schemas.openxmlformats.org/drawingml/2006/main" noGrp="1"/>
          </p:cNvSpPr>
          <p:nvPr/>
        </p:nvSpPr>
        <p:spPr>
          <a:xfrm xmlns:a="http://schemas.openxmlformats.org/drawingml/2006/main">
            <a:off x="2276475" y="2514600"/>
            <a:ext cx="9525" cy="95250"/>
          </a:xfrm>
          <a:custGeom xmlns:a="http://schemas.openxmlformats.org/drawingml/2006/main">
            <a:pathLst>
              <a:path w="9525" h="95250">
                <a:moveTo>
                  <a:pt x="0" y="95250"/>
                </a:moveTo>
                <a:lnTo>
                  <a:pt x="0" y="0"/>
                </a:lnTo>
              </a:path>
            </a:pathLst>
          </a:custGeom>
          <a:noFill xmlns:a="http://schemas.openxmlformats.org/drawingml/2006/main"/>
          <a:ln xmlns:a="http://schemas.openxmlformats.org/drawingml/2006/main" w="14288">
            <a:solidFill>
              <a:srgbClr val="142238"/>
            </a:solidFill>
            <a:prstDash val="solid"/>
          </a:ln>
        </p:spPr>
      </p:sp>
      <p:sp>
        <p:nvSpPr>
          <p:cNvPr id="29" name="line-29">
            <a:extLst xmlns:a="http://schemas.openxmlformats.org/drawingml/2006/main">
              <a:ext uri="{FF2B5EF4-FFF2-40B4-BE49-F238E27FC236}">
                <a16:creationId xmlns:a16="http://schemas.microsoft.com/office/drawing/2014/main" id="{3427AD1A-69EC-49D6-8AEB-DB34413B5F21}"/>
              </a:ext>
            </a:extLst>
          </p:cNvPr>
          <p:cNvSpPr>
            <a:spLocks xmlns:a="http://schemas.openxmlformats.org/drawingml/2006/main" noGrp="1"/>
          </p:cNvSpPr>
          <p:nvPr/>
        </p:nvSpPr>
        <p:spPr>
          <a:xfrm xmlns:a="http://schemas.openxmlformats.org/drawingml/2006/main">
            <a:off x="2276475" y="2514600"/>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19050">
            <a:solidFill>
              <a:srgbClr val="142238"/>
            </a:solidFill>
            <a:prstDash val="solid"/>
          </a:ln>
        </p:spPr>
      </p:sp>
      <p:sp>
        <p:nvSpPr>
          <p:cNvPr id="30" name="arrowhead-30">
            <a:extLst xmlns:a="http://schemas.openxmlformats.org/drawingml/2006/main">
              <a:ext uri="{FF2B5EF4-FFF2-40B4-BE49-F238E27FC236}">
                <a16:creationId xmlns:a16="http://schemas.microsoft.com/office/drawing/2014/main" id="{05DC4EB3-13BF-4517-8AAB-D5FFC7ED7CBC}"/>
              </a:ext>
            </a:extLst>
          </p:cNvPr>
          <p:cNvSpPr>
            <a:spLocks xmlns:a="http://schemas.openxmlformats.org/drawingml/2006/main" noGrp="1"/>
          </p:cNvSpPr>
          <p:nvPr/>
        </p:nvSpPr>
        <p:spPr>
          <a:xfrm xmlns:a="http://schemas.openxmlformats.org/drawingml/2006/main">
            <a:off x="2534619" y="2473501"/>
            <a:ext cx="75231" cy="82198"/>
          </a:xfrm>
          <a:custGeom xmlns:a="http://schemas.openxmlformats.org/drawingml/2006/main">
            <a:pathLst>
              <a:path w="75231" h="82198">
                <a:moveTo>
                  <a:pt x="75231" y="41099"/>
                </a:moveTo>
                <a:lnTo>
                  <a:pt x="0" y="82198"/>
                </a:lnTo>
                <a:lnTo>
                  <a:pt x="0" y="0"/>
                </a:lnTo>
                <a:close/>
              </a:path>
            </a:pathLst>
          </a:custGeom>
          <a:solidFill xmlns:a="http://schemas.openxmlformats.org/drawingml/2006/main">
            <a:srgbClr val="142238"/>
          </a:solidFill>
          <a:ln xmlns:a="http://schemas.openxmlformats.org/drawingml/2006/main" w="0">
            <a:solidFill>
              <a:srgbClr val="142238"/>
            </a:solidFill>
          </a:ln>
        </p:spPr>
      </p:sp>
      <p:sp>
        <p:nvSpPr>
          <p:cNvPr id="31" name="Cell-31">
            <a:extLst xmlns:a="http://schemas.openxmlformats.org/drawingml/2006/main">
              <a:ext uri="{FF2B5EF4-FFF2-40B4-BE49-F238E27FC236}">
                <a16:creationId xmlns:a16="http://schemas.microsoft.com/office/drawing/2014/main" id="{87966280-ED40-462C-AEA1-81A8CCF22E58}"/>
              </a:ext>
            </a:extLst>
          </p:cNvPr>
          <p:cNvSpPr>
            <a:spLocks xmlns:a="http://schemas.openxmlformats.org/drawingml/2006/main" noGrp="1"/>
          </p:cNvSpPr>
          <p:nvPr/>
        </p:nvSpPr>
        <p:spPr>
          <a:xfrm xmlns:a="http://schemas.openxmlformats.org/drawingml/2006/main" rot="0">
            <a:off x="7505700" y="2505075"/>
            <a:ext cx="476250" cy="476250"/>
          </a:xfrm>
          <a:prstGeom xmlns:a="http://schemas.openxmlformats.org/drawingml/2006/main" prst="ellipse">
            <a:avLst/>
          </a:prstGeom>
          <a:solidFill xmlns:a="http://schemas.openxmlformats.org/drawingml/2006/main">
            <a:srgbClr val="FFFFFF"/>
          </a:solidFill>
          <a:ln xmlns:a="http://schemas.openxmlformats.org/drawingml/2006/main" w="23813">
            <a:solidFill>
              <a:srgbClr val="4AAE31"/>
            </a:solidFill>
            <a:prstDash val="solid"/>
          </a:ln>
        </p:spPr>
      </p:sp>
      <p:sp>
        <p:nvSpPr>
          <p:cNvPr id="32" name="Cell nucleus-32">
            <a:extLst xmlns:a="http://schemas.openxmlformats.org/drawingml/2006/main">
              <a:ext uri="{FF2B5EF4-FFF2-40B4-BE49-F238E27FC236}">
                <a16:creationId xmlns:a16="http://schemas.microsoft.com/office/drawing/2014/main" id="{A3BED2A0-5E93-4084-BA59-61B3E839DEE8}"/>
              </a:ext>
            </a:extLst>
          </p:cNvPr>
          <p:cNvSpPr>
            <a:spLocks xmlns:a="http://schemas.openxmlformats.org/drawingml/2006/main" noGrp="1"/>
          </p:cNvSpPr>
          <p:nvPr/>
        </p:nvSpPr>
        <p:spPr>
          <a:xfrm xmlns:a="http://schemas.openxmlformats.org/drawingml/2006/main" rot="0">
            <a:off x="7658100" y="2667000"/>
            <a:ext cx="171450" cy="171450"/>
          </a:xfrm>
          <a:prstGeom xmlns:a="http://schemas.openxmlformats.org/drawingml/2006/main" prst="ellipse">
            <a:avLst/>
          </a:prstGeom>
          <a:solidFill xmlns:a="http://schemas.openxmlformats.org/drawingml/2006/main">
            <a:srgbClr val="4AAE31"/>
          </a:solidFill>
          <a:ln xmlns:a="http://schemas.openxmlformats.org/drawingml/2006/main" w="0">
            <a:noFill/>
            <a:prstDash val="solid"/>
          </a:ln>
        </p:spPr>
      </p:sp>
      <p:sp>
        <p:nvSpPr>
          <p:cNvPr id="33" name="GFP ON-33">
            <a:extLst xmlns:a="http://schemas.openxmlformats.org/drawingml/2006/main">
              <a:ext uri="{FF2B5EF4-FFF2-40B4-BE49-F238E27FC236}">
                <a16:creationId xmlns:a16="http://schemas.microsoft.com/office/drawing/2014/main" id="{B44A5D79-D1FE-486A-B41C-17E5296E6BCE}"/>
              </a:ext>
            </a:extLst>
          </p:cNvPr>
          <p:cNvSpPr>
            <a:spLocks xmlns:a="http://schemas.openxmlformats.org/drawingml/2006/main" noGrp="1"/>
          </p:cNvSpPr>
          <p:nvPr/>
        </p:nvSpPr>
        <p:spPr>
          <a:xfrm xmlns:a="http://schemas.openxmlformats.org/drawingml/2006/main" rot="0">
            <a:off x="7181850" y="30289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4AAE31"/>
                </a:solidFill>
                <a:latin typeface="Arial"/>
                <a:ea typeface="Arial"/>
                <a:cs typeface="Arial"/>
              </a:defRPr>
            </a:pPr>
            <a:r>
              <a:rPr sz="1275" b="1">
                <a:solidFill>
                  <a:srgbClr val="4AAE31"/>
                </a:solidFill>
                <a:latin typeface="Arial"/>
                <a:ea typeface="Arial"/>
                <a:cs typeface="Arial"/>
              </a:rPr>
              <a:t>GFP ON</a:t>
            </a:r>
          </a:p>
        </p:txBody>
      </p:sp>
      <p:sp>
        <p:nvSpPr>
          <p:cNvPr id="34" name="Donor plasmid-34">
            <a:extLst xmlns:a="http://schemas.openxmlformats.org/drawingml/2006/main">
              <a:ext uri="{FF2B5EF4-FFF2-40B4-BE49-F238E27FC236}">
                <a16:creationId xmlns:a16="http://schemas.microsoft.com/office/drawing/2014/main" id="{4F8D4F3D-CBD3-46EC-8B55-A47B02EC6F8D}"/>
              </a:ext>
            </a:extLst>
          </p:cNvPr>
          <p:cNvSpPr>
            <a:spLocks xmlns:a="http://schemas.openxmlformats.org/drawingml/2006/main" noGrp="1"/>
          </p:cNvSpPr>
          <p:nvPr/>
        </p:nvSpPr>
        <p:spPr>
          <a:xfrm xmlns:a="http://schemas.openxmlformats.org/drawingml/2006/main" rot="0">
            <a:off x="409575" y="37052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42238"/>
                </a:solidFill>
                <a:latin typeface="Arial"/>
                <a:ea typeface="Arial"/>
                <a:cs typeface="Arial"/>
              </a:defRPr>
            </a:pPr>
            <a:r>
              <a:rPr sz="1725" b="1">
                <a:solidFill>
                  <a:srgbClr val="142238"/>
                </a:solidFill>
                <a:latin typeface="Arial"/>
                <a:ea typeface="Arial"/>
                <a:cs typeface="Arial"/>
              </a:rPr>
              <a:t>Donor plasmid</a:t>
            </a:r>
          </a:p>
        </p:txBody>
      </p:sp>
      <p:sp>
        <p:nvSpPr>
          <p:cNvPr id="35" name="line-35">
            <a:extLst xmlns:a="http://schemas.openxmlformats.org/drawingml/2006/main">
              <a:ext uri="{FF2B5EF4-FFF2-40B4-BE49-F238E27FC236}">
                <a16:creationId xmlns:a16="http://schemas.microsoft.com/office/drawing/2014/main" id="{34CE526C-EA88-44E3-BB27-E2537093B480}"/>
              </a:ext>
            </a:extLst>
          </p:cNvPr>
          <p:cNvSpPr>
            <a:spLocks xmlns:a="http://schemas.openxmlformats.org/drawingml/2006/main" noGrp="1"/>
          </p:cNvSpPr>
          <p:nvPr/>
        </p:nvSpPr>
        <p:spPr>
          <a:xfrm xmlns:a="http://schemas.openxmlformats.org/drawingml/2006/main">
            <a:off x="685800" y="4986589"/>
            <a:ext cx="10761" cy="80711"/>
          </a:xfrm>
          <a:custGeom xmlns:a="http://schemas.openxmlformats.org/drawingml/2006/main">
            <a:pathLst>
              <a:path w="10761" h="80711">
                <a:moveTo>
                  <a:pt x="0" y="80711"/>
                </a:moveTo>
                <a:lnTo>
                  <a:pt x="10761" y="0"/>
                </a:lnTo>
              </a:path>
            </a:pathLst>
          </a:custGeom>
          <a:noFill xmlns:a="http://schemas.openxmlformats.org/drawingml/2006/main"/>
          <a:ln xmlns:a="http://schemas.openxmlformats.org/drawingml/2006/main" w="28575">
            <a:solidFill>
              <a:srgbClr val="9CA4B0"/>
            </a:solidFill>
            <a:prstDash val="solid"/>
          </a:ln>
        </p:spPr>
      </p:sp>
      <p:sp>
        <p:nvSpPr>
          <p:cNvPr id="36" name="line-36">
            <a:extLst xmlns:a="http://schemas.openxmlformats.org/drawingml/2006/main">
              <a:ext uri="{FF2B5EF4-FFF2-40B4-BE49-F238E27FC236}">
                <a16:creationId xmlns:a16="http://schemas.microsoft.com/office/drawing/2014/main" id="{6F10293E-A5BF-4F9C-9B44-0F5418D1445A}"/>
              </a:ext>
            </a:extLst>
          </p:cNvPr>
          <p:cNvSpPr>
            <a:spLocks xmlns:a="http://schemas.openxmlformats.org/drawingml/2006/main" noGrp="1"/>
          </p:cNvSpPr>
          <p:nvPr/>
        </p:nvSpPr>
        <p:spPr>
          <a:xfrm xmlns:a="http://schemas.openxmlformats.org/drawingml/2006/main">
            <a:off x="696561" y="4906376"/>
            <a:ext cx="32218" cy="80213"/>
          </a:xfrm>
          <a:custGeom xmlns:a="http://schemas.openxmlformats.org/drawingml/2006/main">
            <a:pathLst>
              <a:path w="32218" h="80213">
                <a:moveTo>
                  <a:pt x="0" y="80213"/>
                </a:moveTo>
                <a:lnTo>
                  <a:pt x="32218" y="0"/>
                </a:lnTo>
              </a:path>
            </a:pathLst>
          </a:custGeom>
          <a:noFill xmlns:a="http://schemas.openxmlformats.org/drawingml/2006/main"/>
          <a:ln xmlns:a="http://schemas.openxmlformats.org/drawingml/2006/main" w="28575">
            <a:solidFill>
              <a:srgbClr val="9CA4B0"/>
            </a:solidFill>
            <a:prstDash val="solid"/>
          </a:ln>
        </p:spPr>
      </p:sp>
      <p:sp>
        <p:nvSpPr>
          <p:cNvPr id="37" name="line-37">
            <a:extLst xmlns:a="http://schemas.openxmlformats.org/drawingml/2006/main">
              <a:ext uri="{FF2B5EF4-FFF2-40B4-BE49-F238E27FC236}">
                <a16:creationId xmlns:a16="http://schemas.microsoft.com/office/drawing/2014/main" id="{1ABC7D52-77BC-4751-ABCC-C70A431587A2}"/>
              </a:ext>
            </a:extLst>
          </p:cNvPr>
          <p:cNvSpPr>
            <a:spLocks xmlns:a="http://schemas.openxmlformats.org/drawingml/2006/main" noGrp="1"/>
          </p:cNvSpPr>
          <p:nvPr/>
        </p:nvSpPr>
        <p:spPr>
          <a:xfrm xmlns:a="http://schemas.openxmlformats.org/drawingml/2006/main">
            <a:off x="728779" y="4827155"/>
            <a:ext cx="53475" cy="79221"/>
          </a:xfrm>
          <a:custGeom xmlns:a="http://schemas.openxmlformats.org/drawingml/2006/main">
            <a:pathLst>
              <a:path w="53475" h="79221">
                <a:moveTo>
                  <a:pt x="0" y="79221"/>
                </a:moveTo>
                <a:lnTo>
                  <a:pt x="53475" y="0"/>
                </a:lnTo>
              </a:path>
            </a:pathLst>
          </a:custGeom>
          <a:noFill xmlns:a="http://schemas.openxmlformats.org/drawingml/2006/main"/>
          <a:ln xmlns:a="http://schemas.openxmlformats.org/drawingml/2006/main" w="28575">
            <a:solidFill>
              <a:srgbClr val="9CA4B0"/>
            </a:solidFill>
            <a:prstDash val="solid"/>
          </a:ln>
        </p:spPr>
      </p:sp>
      <p:sp>
        <p:nvSpPr>
          <p:cNvPr id="38" name="line-38">
            <a:extLst xmlns:a="http://schemas.openxmlformats.org/drawingml/2006/main">
              <a:ext uri="{FF2B5EF4-FFF2-40B4-BE49-F238E27FC236}">
                <a16:creationId xmlns:a16="http://schemas.microsoft.com/office/drawing/2014/main" id="{74DB31E3-C903-4CD6-B3EC-64455E6DF919}"/>
              </a:ext>
            </a:extLst>
          </p:cNvPr>
          <p:cNvSpPr>
            <a:spLocks xmlns:a="http://schemas.openxmlformats.org/drawingml/2006/main" noGrp="1"/>
          </p:cNvSpPr>
          <p:nvPr/>
        </p:nvSpPr>
        <p:spPr>
          <a:xfrm xmlns:a="http://schemas.openxmlformats.org/drawingml/2006/main">
            <a:off x="782254" y="4749414"/>
            <a:ext cx="74403" cy="77741"/>
          </a:xfrm>
          <a:custGeom xmlns:a="http://schemas.openxmlformats.org/drawingml/2006/main">
            <a:pathLst>
              <a:path w="74403" h="77741">
                <a:moveTo>
                  <a:pt x="0" y="77741"/>
                </a:moveTo>
                <a:lnTo>
                  <a:pt x="74403" y="0"/>
                </a:lnTo>
              </a:path>
            </a:pathLst>
          </a:custGeom>
          <a:noFill xmlns:a="http://schemas.openxmlformats.org/drawingml/2006/main"/>
          <a:ln xmlns:a="http://schemas.openxmlformats.org/drawingml/2006/main" w="28575">
            <a:solidFill>
              <a:srgbClr val="9CA4B0"/>
            </a:solidFill>
            <a:prstDash val="solid"/>
          </a:ln>
        </p:spPr>
      </p:sp>
      <p:sp>
        <p:nvSpPr>
          <p:cNvPr id="39" name="line-39">
            <a:extLst xmlns:a="http://schemas.openxmlformats.org/drawingml/2006/main">
              <a:ext uri="{FF2B5EF4-FFF2-40B4-BE49-F238E27FC236}">
                <a16:creationId xmlns:a16="http://schemas.microsoft.com/office/drawing/2014/main" id="{E863028B-228E-4D31-BE0E-D64F71A19D23}"/>
              </a:ext>
            </a:extLst>
          </p:cNvPr>
          <p:cNvSpPr>
            <a:spLocks xmlns:a="http://schemas.openxmlformats.org/drawingml/2006/main" noGrp="1"/>
          </p:cNvSpPr>
          <p:nvPr/>
        </p:nvSpPr>
        <p:spPr>
          <a:xfrm xmlns:a="http://schemas.openxmlformats.org/drawingml/2006/main">
            <a:off x="856657" y="4673634"/>
            <a:ext cx="94872" cy="75781"/>
          </a:xfrm>
          <a:custGeom xmlns:a="http://schemas.openxmlformats.org/drawingml/2006/main">
            <a:pathLst>
              <a:path w="94872" h="75781">
                <a:moveTo>
                  <a:pt x="0" y="75781"/>
                </a:moveTo>
                <a:lnTo>
                  <a:pt x="94872" y="0"/>
                </a:lnTo>
              </a:path>
            </a:pathLst>
          </a:custGeom>
          <a:noFill xmlns:a="http://schemas.openxmlformats.org/drawingml/2006/main"/>
          <a:ln xmlns:a="http://schemas.openxmlformats.org/drawingml/2006/main" w="28575">
            <a:solidFill>
              <a:srgbClr val="9CA4B0"/>
            </a:solidFill>
            <a:prstDash val="solid"/>
          </a:ln>
        </p:spPr>
      </p:sp>
      <p:sp>
        <p:nvSpPr>
          <p:cNvPr id="40" name="line-40">
            <a:extLst xmlns:a="http://schemas.openxmlformats.org/drawingml/2006/main">
              <a:ext uri="{FF2B5EF4-FFF2-40B4-BE49-F238E27FC236}">
                <a16:creationId xmlns:a16="http://schemas.microsoft.com/office/drawing/2014/main" id="{83A1CBD4-14B8-49ED-BFC1-91D469BF8885}"/>
              </a:ext>
            </a:extLst>
          </p:cNvPr>
          <p:cNvSpPr>
            <a:spLocks xmlns:a="http://schemas.openxmlformats.org/drawingml/2006/main" noGrp="1"/>
          </p:cNvSpPr>
          <p:nvPr/>
        </p:nvSpPr>
        <p:spPr>
          <a:xfrm xmlns:a="http://schemas.openxmlformats.org/drawingml/2006/main">
            <a:off x="951530" y="4600280"/>
            <a:ext cx="114757" cy="73354"/>
          </a:xfrm>
          <a:custGeom xmlns:a="http://schemas.openxmlformats.org/drawingml/2006/main">
            <a:pathLst>
              <a:path w="114757" h="73354">
                <a:moveTo>
                  <a:pt x="0" y="73354"/>
                </a:moveTo>
                <a:lnTo>
                  <a:pt x="114757" y="0"/>
                </a:lnTo>
              </a:path>
            </a:pathLst>
          </a:custGeom>
          <a:noFill xmlns:a="http://schemas.openxmlformats.org/drawingml/2006/main"/>
          <a:ln xmlns:a="http://schemas.openxmlformats.org/drawingml/2006/main" w="28575">
            <a:solidFill>
              <a:srgbClr val="9CA4B0"/>
            </a:solidFill>
            <a:prstDash val="solid"/>
          </a:ln>
        </p:spPr>
      </p:sp>
      <p:sp>
        <p:nvSpPr>
          <p:cNvPr id="41" name="line-41">
            <a:extLst xmlns:a="http://schemas.openxmlformats.org/drawingml/2006/main">
              <a:ext uri="{FF2B5EF4-FFF2-40B4-BE49-F238E27FC236}">
                <a16:creationId xmlns:a16="http://schemas.microsoft.com/office/drawing/2014/main" id="{B2C1B26E-3BD8-4D09-894C-A07D4681D2C4}"/>
              </a:ext>
            </a:extLst>
          </p:cNvPr>
          <p:cNvSpPr>
            <a:spLocks xmlns:a="http://schemas.openxmlformats.org/drawingml/2006/main" noGrp="1"/>
          </p:cNvSpPr>
          <p:nvPr/>
        </p:nvSpPr>
        <p:spPr>
          <a:xfrm xmlns:a="http://schemas.openxmlformats.org/drawingml/2006/main">
            <a:off x="1066287" y="4529806"/>
            <a:ext cx="133934" cy="70474"/>
          </a:xfrm>
          <a:custGeom xmlns:a="http://schemas.openxmlformats.org/drawingml/2006/main">
            <a:pathLst>
              <a:path w="133934" h="70474">
                <a:moveTo>
                  <a:pt x="0" y="70474"/>
                </a:moveTo>
                <a:lnTo>
                  <a:pt x="133934" y="0"/>
                </a:lnTo>
              </a:path>
            </a:pathLst>
          </a:custGeom>
          <a:noFill xmlns:a="http://schemas.openxmlformats.org/drawingml/2006/main"/>
          <a:ln xmlns:a="http://schemas.openxmlformats.org/drawingml/2006/main" w="28575">
            <a:solidFill>
              <a:srgbClr val="9CA4B0"/>
            </a:solidFill>
            <a:prstDash val="solid"/>
          </a:ln>
        </p:spPr>
      </p:sp>
      <p:sp>
        <p:nvSpPr>
          <p:cNvPr id="42" name="line-42">
            <a:extLst xmlns:a="http://schemas.openxmlformats.org/drawingml/2006/main">
              <a:ext uri="{FF2B5EF4-FFF2-40B4-BE49-F238E27FC236}">
                <a16:creationId xmlns:a16="http://schemas.microsoft.com/office/drawing/2014/main" id="{CD471317-B2F7-4C40-A469-9E97307C9AB1}"/>
              </a:ext>
            </a:extLst>
          </p:cNvPr>
          <p:cNvSpPr>
            <a:spLocks xmlns:a="http://schemas.openxmlformats.org/drawingml/2006/main" noGrp="1"/>
          </p:cNvSpPr>
          <p:nvPr/>
        </p:nvSpPr>
        <p:spPr>
          <a:xfrm xmlns:a="http://schemas.openxmlformats.org/drawingml/2006/main">
            <a:off x="1200220" y="4462645"/>
            <a:ext cx="152285" cy="67160"/>
          </a:xfrm>
          <a:custGeom xmlns:a="http://schemas.openxmlformats.org/drawingml/2006/main">
            <a:pathLst>
              <a:path w="152285" h="67160">
                <a:moveTo>
                  <a:pt x="0" y="67160"/>
                </a:moveTo>
                <a:lnTo>
                  <a:pt x="152285" y="0"/>
                </a:lnTo>
              </a:path>
            </a:pathLst>
          </a:custGeom>
          <a:noFill xmlns:a="http://schemas.openxmlformats.org/drawingml/2006/main"/>
          <a:ln xmlns:a="http://schemas.openxmlformats.org/drawingml/2006/main" w="28575">
            <a:solidFill>
              <a:srgbClr val="9CA4B0"/>
            </a:solidFill>
            <a:prstDash val="solid"/>
          </a:ln>
        </p:spPr>
      </p:sp>
      <p:sp>
        <p:nvSpPr>
          <p:cNvPr id="43" name="line-43">
            <a:extLst xmlns:a="http://schemas.openxmlformats.org/drawingml/2006/main">
              <a:ext uri="{FF2B5EF4-FFF2-40B4-BE49-F238E27FC236}">
                <a16:creationId xmlns:a16="http://schemas.microsoft.com/office/drawing/2014/main" id="{2F28BC1F-082E-40AF-B219-BE7015B98A17}"/>
              </a:ext>
            </a:extLst>
          </p:cNvPr>
          <p:cNvSpPr>
            <a:spLocks xmlns:a="http://schemas.openxmlformats.org/drawingml/2006/main" noGrp="1"/>
          </p:cNvSpPr>
          <p:nvPr/>
        </p:nvSpPr>
        <p:spPr>
          <a:xfrm xmlns:a="http://schemas.openxmlformats.org/drawingml/2006/main">
            <a:off x="1352505" y="4399213"/>
            <a:ext cx="169697" cy="63433"/>
          </a:xfrm>
          <a:custGeom xmlns:a="http://schemas.openxmlformats.org/drawingml/2006/main">
            <a:pathLst>
              <a:path w="169697" h="63433">
                <a:moveTo>
                  <a:pt x="0" y="63433"/>
                </a:moveTo>
                <a:lnTo>
                  <a:pt x="169697" y="0"/>
                </a:lnTo>
              </a:path>
            </a:pathLst>
          </a:custGeom>
          <a:noFill xmlns:a="http://schemas.openxmlformats.org/drawingml/2006/main"/>
          <a:ln xmlns:a="http://schemas.openxmlformats.org/drawingml/2006/main" w="28575">
            <a:solidFill>
              <a:srgbClr val="9CA4B0"/>
            </a:solidFill>
            <a:prstDash val="solid"/>
          </a:ln>
        </p:spPr>
      </p:sp>
      <p:sp>
        <p:nvSpPr>
          <p:cNvPr id="44" name="line-44">
            <a:extLst xmlns:a="http://schemas.openxmlformats.org/drawingml/2006/main">
              <a:ext uri="{FF2B5EF4-FFF2-40B4-BE49-F238E27FC236}">
                <a16:creationId xmlns:a16="http://schemas.microsoft.com/office/drawing/2014/main" id="{8E28916F-C80D-4F9E-88EB-7909BE3ACA3C}"/>
              </a:ext>
            </a:extLst>
          </p:cNvPr>
          <p:cNvSpPr>
            <a:spLocks xmlns:a="http://schemas.openxmlformats.org/drawingml/2006/main" noGrp="1"/>
          </p:cNvSpPr>
          <p:nvPr/>
        </p:nvSpPr>
        <p:spPr>
          <a:xfrm xmlns:a="http://schemas.openxmlformats.org/drawingml/2006/main">
            <a:off x="1522202" y="4339899"/>
            <a:ext cx="186063" cy="59314"/>
          </a:xfrm>
          <a:custGeom xmlns:a="http://schemas.openxmlformats.org/drawingml/2006/main">
            <a:pathLst>
              <a:path w="186063" h="59314">
                <a:moveTo>
                  <a:pt x="0" y="59314"/>
                </a:moveTo>
                <a:lnTo>
                  <a:pt x="186063" y="0"/>
                </a:lnTo>
              </a:path>
            </a:pathLst>
          </a:custGeom>
          <a:noFill xmlns:a="http://schemas.openxmlformats.org/drawingml/2006/main"/>
          <a:ln xmlns:a="http://schemas.openxmlformats.org/drawingml/2006/main" w="28575">
            <a:solidFill>
              <a:srgbClr val="9CA4B0"/>
            </a:solidFill>
            <a:prstDash val="solid"/>
          </a:ln>
        </p:spPr>
      </p:sp>
      <p:sp>
        <p:nvSpPr>
          <p:cNvPr id="45" name="line-45">
            <a:extLst xmlns:a="http://schemas.openxmlformats.org/drawingml/2006/main">
              <a:ext uri="{FF2B5EF4-FFF2-40B4-BE49-F238E27FC236}">
                <a16:creationId xmlns:a16="http://schemas.microsoft.com/office/drawing/2014/main" id="{546A3B67-11A5-4FE1-9686-0CD28F887846}"/>
              </a:ext>
            </a:extLst>
          </p:cNvPr>
          <p:cNvSpPr>
            <a:spLocks xmlns:a="http://schemas.openxmlformats.org/drawingml/2006/main" noGrp="1"/>
          </p:cNvSpPr>
          <p:nvPr/>
        </p:nvSpPr>
        <p:spPr>
          <a:xfrm xmlns:a="http://schemas.openxmlformats.org/drawingml/2006/main">
            <a:off x="1708265" y="4285070"/>
            <a:ext cx="201282" cy="54829"/>
          </a:xfrm>
          <a:custGeom xmlns:a="http://schemas.openxmlformats.org/drawingml/2006/main">
            <a:pathLst>
              <a:path w="201282" h="54829">
                <a:moveTo>
                  <a:pt x="0" y="54829"/>
                </a:moveTo>
                <a:lnTo>
                  <a:pt x="201282" y="0"/>
                </a:lnTo>
              </a:path>
            </a:pathLst>
          </a:custGeom>
          <a:noFill xmlns:a="http://schemas.openxmlformats.org/drawingml/2006/main"/>
          <a:ln xmlns:a="http://schemas.openxmlformats.org/drawingml/2006/main" w="28575">
            <a:solidFill>
              <a:srgbClr val="9CA4B0"/>
            </a:solidFill>
            <a:prstDash val="solid"/>
          </a:ln>
        </p:spPr>
      </p:sp>
      <p:sp>
        <p:nvSpPr>
          <p:cNvPr id="46" name="line-46">
            <a:extLst xmlns:a="http://schemas.openxmlformats.org/drawingml/2006/main">
              <a:ext uri="{FF2B5EF4-FFF2-40B4-BE49-F238E27FC236}">
                <a16:creationId xmlns:a16="http://schemas.microsoft.com/office/drawing/2014/main" id="{CC4613F3-19FB-42AA-BF9B-B7EEE4EB78DB}"/>
              </a:ext>
            </a:extLst>
          </p:cNvPr>
          <p:cNvSpPr>
            <a:spLocks xmlns:a="http://schemas.openxmlformats.org/drawingml/2006/main" noGrp="1"/>
          </p:cNvSpPr>
          <p:nvPr/>
        </p:nvSpPr>
        <p:spPr>
          <a:xfrm xmlns:a="http://schemas.openxmlformats.org/drawingml/2006/main">
            <a:off x="1909546" y="4235064"/>
            <a:ext cx="215259" cy="50006"/>
          </a:xfrm>
          <a:custGeom xmlns:a="http://schemas.openxmlformats.org/drawingml/2006/main">
            <a:pathLst>
              <a:path w="215259" h="50006">
                <a:moveTo>
                  <a:pt x="0" y="50006"/>
                </a:moveTo>
                <a:lnTo>
                  <a:pt x="215259" y="0"/>
                </a:lnTo>
              </a:path>
            </a:pathLst>
          </a:custGeom>
          <a:noFill xmlns:a="http://schemas.openxmlformats.org/drawingml/2006/main"/>
          <a:ln xmlns:a="http://schemas.openxmlformats.org/drawingml/2006/main" w="28575">
            <a:solidFill>
              <a:srgbClr val="9CA4B0"/>
            </a:solidFill>
            <a:prstDash val="solid"/>
          </a:ln>
        </p:spPr>
      </p:sp>
      <p:sp>
        <p:nvSpPr>
          <p:cNvPr id="47" name="line-47">
            <a:extLst xmlns:a="http://schemas.openxmlformats.org/drawingml/2006/main">
              <a:ext uri="{FF2B5EF4-FFF2-40B4-BE49-F238E27FC236}">
                <a16:creationId xmlns:a16="http://schemas.microsoft.com/office/drawing/2014/main" id="{EB48F971-F41A-48D8-A5E1-CE67E3AD29BE}"/>
              </a:ext>
            </a:extLst>
          </p:cNvPr>
          <p:cNvSpPr>
            <a:spLocks xmlns:a="http://schemas.openxmlformats.org/drawingml/2006/main" noGrp="1"/>
          </p:cNvSpPr>
          <p:nvPr/>
        </p:nvSpPr>
        <p:spPr>
          <a:xfrm xmlns:a="http://schemas.openxmlformats.org/drawingml/2006/main">
            <a:off x="2124806" y="4190189"/>
            <a:ext cx="227910" cy="44875"/>
          </a:xfrm>
          <a:custGeom xmlns:a="http://schemas.openxmlformats.org/drawingml/2006/main">
            <a:pathLst>
              <a:path w="227910" h="44875">
                <a:moveTo>
                  <a:pt x="0" y="44875"/>
                </a:moveTo>
                <a:lnTo>
                  <a:pt x="227910" y="0"/>
                </a:lnTo>
              </a:path>
            </a:pathLst>
          </a:custGeom>
          <a:noFill xmlns:a="http://schemas.openxmlformats.org/drawingml/2006/main"/>
          <a:ln xmlns:a="http://schemas.openxmlformats.org/drawingml/2006/main" w="28575">
            <a:solidFill>
              <a:srgbClr val="9CA4B0"/>
            </a:solidFill>
            <a:prstDash val="solid"/>
          </a:ln>
        </p:spPr>
      </p:sp>
      <p:sp>
        <p:nvSpPr>
          <p:cNvPr id="48" name="line-48">
            <a:extLst xmlns:a="http://schemas.openxmlformats.org/drawingml/2006/main">
              <a:ext uri="{FF2B5EF4-FFF2-40B4-BE49-F238E27FC236}">
                <a16:creationId xmlns:a16="http://schemas.microsoft.com/office/drawing/2014/main" id="{675DB585-1A89-4CFC-AA25-AD456BBEE7F7}"/>
              </a:ext>
            </a:extLst>
          </p:cNvPr>
          <p:cNvSpPr>
            <a:spLocks xmlns:a="http://schemas.openxmlformats.org/drawingml/2006/main" noGrp="1"/>
          </p:cNvSpPr>
          <p:nvPr/>
        </p:nvSpPr>
        <p:spPr>
          <a:xfrm xmlns:a="http://schemas.openxmlformats.org/drawingml/2006/main">
            <a:off x="2352716" y="4150722"/>
            <a:ext cx="239156" cy="39467"/>
          </a:xfrm>
          <a:custGeom xmlns:a="http://schemas.openxmlformats.org/drawingml/2006/main">
            <a:pathLst>
              <a:path w="239156" h="39467">
                <a:moveTo>
                  <a:pt x="0" y="39467"/>
                </a:moveTo>
                <a:lnTo>
                  <a:pt x="239156" y="0"/>
                </a:lnTo>
              </a:path>
            </a:pathLst>
          </a:custGeom>
          <a:noFill xmlns:a="http://schemas.openxmlformats.org/drawingml/2006/main"/>
          <a:ln xmlns:a="http://schemas.openxmlformats.org/drawingml/2006/main" w="28575">
            <a:solidFill>
              <a:srgbClr val="9CA4B0"/>
            </a:solidFill>
            <a:prstDash val="solid"/>
          </a:ln>
        </p:spPr>
      </p:sp>
      <p:sp>
        <p:nvSpPr>
          <p:cNvPr id="49" name="line-49">
            <a:extLst xmlns:a="http://schemas.openxmlformats.org/drawingml/2006/main">
              <a:ext uri="{FF2B5EF4-FFF2-40B4-BE49-F238E27FC236}">
                <a16:creationId xmlns:a16="http://schemas.microsoft.com/office/drawing/2014/main" id="{A7BF6AE9-4379-4E59-B919-AD6EC5CE2E02}"/>
              </a:ext>
            </a:extLst>
          </p:cNvPr>
          <p:cNvSpPr>
            <a:spLocks xmlns:a="http://schemas.openxmlformats.org/drawingml/2006/main" noGrp="1"/>
          </p:cNvSpPr>
          <p:nvPr/>
        </p:nvSpPr>
        <p:spPr>
          <a:xfrm xmlns:a="http://schemas.openxmlformats.org/drawingml/2006/main">
            <a:off x="2591871" y="4116905"/>
            <a:ext cx="248927" cy="33816"/>
          </a:xfrm>
          <a:custGeom xmlns:a="http://schemas.openxmlformats.org/drawingml/2006/main">
            <a:pathLst>
              <a:path w="248927" h="33816">
                <a:moveTo>
                  <a:pt x="0" y="33816"/>
                </a:moveTo>
                <a:lnTo>
                  <a:pt x="248927" y="0"/>
                </a:lnTo>
              </a:path>
            </a:pathLst>
          </a:custGeom>
          <a:noFill xmlns:a="http://schemas.openxmlformats.org/drawingml/2006/main"/>
          <a:ln xmlns:a="http://schemas.openxmlformats.org/drawingml/2006/main" w="28575">
            <a:solidFill>
              <a:srgbClr val="9CA4B0"/>
            </a:solidFill>
            <a:prstDash val="solid"/>
          </a:ln>
        </p:spPr>
      </p:sp>
      <p:sp>
        <p:nvSpPr>
          <p:cNvPr id="50" name="line-50">
            <a:extLst xmlns:a="http://schemas.openxmlformats.org/drawingml/2006/main">
              <a:ext uri="{FF2B5EF4-FFF2-40B4-BE49-F238E27FC236}">
                <a16:creationId xmlns:a16="http://schemas.microsoft.com/office/drawing/2014/main" id="{BE7DCB99-7772-4020-ADA2-2BBBEB18C834}"/>
              </a:ext>
            </a:extLst>
          </p:cNvPr>
          <p:cNvSpPr>
            <a:spLocks xmlns:a="http://schemas.openxmlformats.org/drawingml/2006/main" noGrp="1"/>
          </p:cNvSpPr>
          <p:nvPr/>
        </p:nvSpPr>
        <p:spPr>
          <a:xfrm xmlns:a="http://schemas.openxmlformats.org/drawingml/2006/main">
            <a:off x="2840798" y="4088948"/>
            <a:ext cx="257163" cy="27957"/>
          </a:xfrm>
          <a:custGeom xmlns:a="http://schemas.openxmlformats.org/drawingml/2006/main">
            <a:pathLst>
              <a:path w="257163" h="27957">
                <a:moveTo>
                  <a:pt x="0" y="27957"/>
                </a:moveTo>
                <a:lnTo>
                  <a:pt x="257163" y="0"/>
                </a:lnTo>
              </a:path>
            </a:pathLst>
          </a:custGeom>
          <a:noFill xmlns:a="http://schemas.openxmlformats.org/drawingml/2006/main"/>
          <a:ln xmlns:a="http://schemas.openxmlformats.org/drawingml/2006/main" w="28575">
            <a:solidFill>
              <a:srgbClr val="9CA4B0"/>
            </a:solidFill>
            <a:prstDash val="solid"/>
          </a:ln>
        </p:spPr>
      </p:sp>
      <p:sp>
        <p:nvSpPr>
          <p:cNvPr id="51" name="line-51">
            <a:extLst xmlns:a="http://schemas.openxmlformats.org/drawingml/2006/main">
              <a:ext uri="{FF2B5EF4-FFF2-40B4-BE49-F238E27FC236}">
                <a16:creationId xmlns:a16="http://schemas.microsoft.com/office/drawing/2014/main" id="{1D277AF4-F5FD-4254-911B-22B188D15911}"/>
              </a:ext>
            </a:extLst>
          </p:cNvPr>
          <p:cNvSpPr>
            <a:spLocks xmlns:a="http://schemas.openxmlformats.org/drawingml/2006/main" noGrp="1"/>
          </p:cNvSpPr>
          <p:nvPr/>
        </p:nvSpPr>
        <p:spPr>
          <a:xfrm xmlns:a="http://schemas.openxmlformats.org/drawingml/2006/main">
            <a:off x="3097961" y="4067023"/>
            <a:ext cx="263814" cy="21925"/>
          </a:xfrm>
          <a:custGeom xmlns:a="http://schemas.openxmlformats.org/drawingml/2006/main">
            <a:pathLst>
              <a:path w="263814" h="21925">
                <a:moveTo>
                  <a:pt x="0" y="21925"/>
                </a:moveTo>
                <a:lnTo>
                  <a:pt x="263814" y="0"/>
                </a:lnTo>
              </a:path>
            </a:pathLst>
          </a:custGeom>
          <a:noFill xmlns:a="http://schemas.openxmlformats.org/drawingml/2006/main"/>
          <a:ln xmlns:a="http://schemas.openxmlformats.org/drawingml/2006/main" w="28575">
            <a:solidFill>
              <a:srgbClr val="9CA4B0"/>
            </a:solidFill>
            <a:prstDash val="solid"/>
          </a:ln>
        </p:spPr>
      </p:sp>
      <p:sp>
        <p:nvSpPr>
          <p:cNvPr id="52" name="line-52">
            <a:extLst xmlns:a="http://schemas.openxmlformats.org/drawingml/2006/main">
              <a:ext uri="{FF2B5EF4-FFF2-40B4-BE49-F238E27FC236}">
                <a16:creationId xmlns:a16="http://schemas.microsoft.com/office/drawing/2014/main" id="{8171567C-C413-4F67-8A03-CA8A14E57F92}"/>
              </a:ext>
            </a:extLst>
          </p:cNvPr>
          <p:cNvSpPr>
            <a:spLocks xmlns:a="http://schemas.openxmlformats.org/drawingml/2006/main" noGrp="1"/>
          </p:cNvSpPr>
          <p:nvPr/>
        </p:nvSpPr>
        <p:spPr>
          <a:xfrm xmlns:a="http://schemas.openxmlformats.org/drawingml/2006/main">
            <a:off x="3361775" y="4051265"/>
            <a:ext cx="268838" cy="15758"/>
          </a:xfrm>
          <a:custGeom xmlns:a="http://schemas.openxmlformats.org/drawingml/2006/main">
            <a:pathLst>
              <a:path w="268838" h="15758">
                <a:moveTo>
                  <a:pt x="0" y="15758"/>
                </a:moveTo>
                <a:lnTo>
                  <a:pt x="268838" y="0"/>
                </a:lnTo>
              </a:path>
            </a:pathLst>
          </a:custGeom>
          <a:noFill xmlns:a="http://schemas.openxmlformats.org/drawingml/2006/main"/>
          <a:ln xmlns:a="http://schemas.openxmlformats.org/drawingml/2006/main" w="28575">
            <a:solidFill>
              <a:srgbClr val="9CA4B0"/>
            </a:solidFill>
            <a:prstDash val="solid"/>
          </a:ln>
        </p:spPr>
      </p:sp>
      <p:sp>
        <p:nvSpPr>
          <p:cNvPr id="53" name="line-53">
            <a:extLst xmlns:a="http://schemas.openxmlformats.org/drawingml/2006/main">
              <a:ext uri="{FF2B5EF4-FFF2-40B4-BE49-F238E27FC236}">
                <a16:creationId xmlns:a16="http://schemas.microsoft.com/office/drawing/2014/main" id="{718DBD2C-0E52-4A09-B38A-84A253DC1637}"/>
              </a:ext>
            </a:extLst>
          </p:cNvPr>
          <p:cNvSpPr>
            <a:spLocks xmlns:a="http://schemas.openxmlformats.org/drawingml/2006/main" noGrp="1"/>
          </p:cNvSpPr>
          <p:nvPr/>
        </p:nvSpPr>
        <p:spPr>
          <a:xfrm xmlns:a="http://schemas.openxmlformats.org/drawingml/2006/main">
            <a:off x="3630613" y="4041771"/>
            <a:ext cx="272205" cy="9525"/>
          </a:xfrm>
          <a:custGeom xmlns:a="http://schemas.openxmlformats.org/drawingml/2006/main">
            <a:pathLst>
              <a:path w="272205" h="9525">
                <a:moveTo>
                  <a:pt x="0" y="9494"/>
                </a:moveTo>
                <a:lnTo>
                  <a:pt x="272205" y="0"/>
                </a:lnTo>
              </a:path>
            </a:pathLst>
          </a:custGeom>
          <a:noFill xmlns:a="http://schemas.openxmlformats.org/drawingml/2006/main"/>
          <a:ln xmlns:a="http://schemas.openxmlformats.org/drawingml/2006/main" w="28575">
            <a:solidFill>
              <a:srgbClr val="9CA4B0"/>
            </a:solidFill>
            <a:prstDash val="solid"/>
          </a:ln>
        </p:spPr>
      </p:sp>
      <p:sp>
        <p:nvSpPr>
          <p:cNvPr id="54" name="line-54">
            <a:extLst xmlns:a="http://schemas.openxmlformats.org/drawingml/2006/main">
              <a:ext uri="{FF2B5EF4-FFF2-40B4-BE49-F238E27FC236}">
                <a16:creationId xmlns:a16="http://schemas.microsoft.com/office/drawing/2014/main" id="{E40F017A-D525-4262-AD55-7E3D5957D7C5}"/>
              </a:ext>
            </a:extLst>
          </p:cNvPr>
          <p:cNvSpPr>
            <a:spLocks xmlns:a="http://schemas.openxmlformats.org/drawingml/2006/main" noGrp="1"/>
          </p:cNvSpPr>
          <p:nvPr/>
        </p:nvSpPr>
        <p:spPr>
          <a:xfrm xmlns:a="http://schemas.openxmlformats.org/drawingml/2006/main">
            <a:off x="3902819" y="4038600"/>
            <a:ext cx="273894" cy="9525"/>
          </a:xfrm>
          <a:custGeom xmlns:a="http://schemas.openxmlformats.org/drawingml/2006/main">
            <a:pathLst>
              <a:path w="273894" h="9525">
                <a:moveTo>
                  <a:pt x="0" y="3171"/>
                </a:moveTo>
                <a:lnTo>
                  <a:pt x="273894" y="0"/>
                </a:lnTo>
              </a:path>
            </a:pathLst>
          </a:custGeom>
          <a:noFill xmlns:a="http://schemas.openxmlformats.org/drawingml/2006/main"/>
          <a:ln xmlns:a="http://schemas.openxmlformats.org/drawingml/2006/main" w="28575">
            <a:solidFill>
              <a:srgbClr val="9CA4B0"/>
            </a:solidFill>
            <a:prstDash val="solid"/>
          </a:ln>
        </p:spPr>
      </p:sp>
      <p:sp>
        <p:nvSpPr>
          <p:cNvPr id="55" name="line-55">
            <a:extLst xmlns:a="http://schemas.openxmlformats.org/drawingml/2006/main">
              <a:ext uri="{FF2B5EF4-FFF2-40B4-BE49-F238E27FC236}">
                <a16:creationId xmlns:a16="http://schemas.microsoft.com/office/drawing/2014/main" id="{5B82D523-BFC2-4828-812D-FF135DB88864}"/>
              </a:ext>
            </a:extLst>
          </p:cNvPr>
          <p:cNvSpPr>
            <a:spLocks xmlns:a="http://schemas.openxmlformats.org/drawingml/2006/main" noGrp="1"/>
          </p:cNvSpPr>
          <p:nvPr/>
        </p:nvSpPr>
        <p:spPr>
          <a:xfrm xmlns:a="http://schemas.openxmlformats.org/drawingml/2006/main">
            <a:off x="4176712" y="4038600"/>
            <a:ext cx="273894" cy="9525"/>
          </a:xfrm>
          <a:custGeom xmlns:a="http://schemas.openxmlformats.org/drawingml/2006/main">
            <a:pathLst>
              <a:path w="273894" h="9525">
                <a:moveTo>
                  <a:pt x="0" y="0"/>
                </a:moveTo>
                <a:lnTo>
                  <a:pt x="273894" y="3171"/>
                </a:lnTo>
              </a:path>
            </a:pathLst>
          </a:custGeom>
          <a:noFill xmlns:a="http://schemas.openxmlformats.org/drawingml/2006/main"/>
          <a:ln xmlns:a="http://schemas.openxmlformats.org/drawingml/2006/main" w="28575">
            <a:solidFill>
              <a:srgbClr val="9CA4B0"/>
            </a:solidFill>
            <a:prstDash val="solid"/>
          </a:ln>
        </p:spPr>
      </p:sp>
      <p:sp>
        <p:nvSpPr>
          <p:cNvPr id="56" name="line-56">
            <a:extLst xmlns:a="http://schemas.openxmlformats.org/drawingml/2006/main">
              <a:ext uri="{FF2B5EF4-FFF2-40B4-BE49-F238E27FC236}">
                <a16:creationId xmlns:a16="http://schemas.microsoft.com/office/drawing/2014/main" id="{E510B86B-F9B9-42DB-9FC4-F616E2951C1F}"/>
              </a:ext>
            </a:extLst>
          </p:cNvPr>
          <p:cNvSpPr>
            <a:spLocks xmlns:a="http://schemas.openxmlformats.org/drawingml/2006/main" noGrp="1"/>
          </p:cNvSpPr>
          <p:nvPr/>
        </p:nvSpPr>
        <p:spPr>
          <a:xfrm xmlns:a="http://schemas.openxmlformats.org/drawingml/2006/main">
            <a:off x="4450606" y="4041771"/>
            <a:ext cx="272205" cy="9525"/>
          </a:xfrm>
          <a:custGeom xmlns:a="http://schemas.openxmlformats.org/drawingml/2006/main">
            <a:pathLst>
              <a:path w="272205" h="9525">
                <a:moveTo>
                  <a:pt x="0" y="0"/>
                </a:moveTo>
                <a:lnTo>
                  <a:pt x="272205" y="9494"/>
                </a:lnTo>
              </a:path>
            </a:pathLst>
          </a:custGeom>
          <a:noFill xmlns:a="http://schemas.openxmlformats.org/drawingml/2006/main"/>
          <a:ln xmlns:a="http://schemas.openxmlformats.org/drawingml/2006/main" w="28575">
            <a:solidFill>
              <a:srgbClr val="9CA4B0"/>
            </a:solidFill>
            <a:prstDash val="solid"/>
          </a:ln>
        </p:spPr>
      </p:sp>
      <p:sp>
        <p:nvSpPr>
          <p:cNvPr id="57" name="line-57">
            <a:extLst xmlns:a="http://schemas.openxmlformats.org/drawingml/2006/main">
              <a:ext uri="{FF2B5EF4-FFF2-40B4-BE49-F238E27FC236}">
                <a16:creationId xmlns:a16="http://schemas.microsoft.com/office/drawing/2014/main" id="{D1BD58BC-C8B4-4726-BCD1-601ECD5E090C}"/>
              </a:ext>
            </a:extLst>
          </p:cNvPr>
          <p:cNvSpPr>
            <a:spLocks xmlns:a="http://schemas.openxmlformats.org/drawingml/2006/main" noGrp="1"/>
          </p:cNvSpPr>
          <p:nvPr/>
        </p:nvSpPr>
        <p:spPr>
          <a:xfrm xmlns:a="http://schemas.openxmlformats.org/drawingml/2006/main">
            <a:off x="4722812" y="4051265"/>
            <a:ext cx="268838" cy="15758"/>
          </a:xfrm>
          <a:custGeom xmlns:a="http://schemas.openxmlformats.org/drawingml/2006/main">
            <a:pathLst>
              <a:path w="268838" h="15758">
                <a:moveTo>
                  <a:pt x="0" y="0"/>
                </a:moveTo>
                <a:lnTo>
                  <a:pt x="268838" y="15758"/>
                </a:lnTo>
              </a:path>
            </a:pathLst>
          </a:custGeom>
          <a:noFill xmlns:a="http://schemas.openxmlformats.org/drawingml/2006/main"/>
          <a:ln xmlns:a="http://schemas.openxmlformats.org/drawingml/2006/main" w="28575">
            <a:solidFill>
              <a:srgbClr val="9CA4B0"/>
            </a:solidFill>
            <a:prstDash val="solid"/>
          </a:ln>
        </p:spPr>
      </p:sp>
      <p:sp>
        <p:nvSpPr>
          <p:cNvPr id="58" name="line-58">
            <a:extLst xmlns:a="http://schemas.openxmlformats.org/drawingml/2006/main">
              <a:ext uri="{FF2B5EF4-FFF2-40B4-BE49-F238E27FC236}">
                <a16:creationId xmlns:a16="http://schemas.microsoft.com/office/drawing/2014/main" id="{CD31B01C-F1E2-444E-B319-C2EEFAD95ACE}"/>
              </a:ext>
            </a:extLst>
          </p:cNvPr>
          <p:cNvSpPr>
            <a:spLocks xmlns:a="http://schemas.openxmlformats.org/drawingml/2006/main" noGrp="1"/>
          </p:cNvSpPr>
          <p:nvPr/>
        </p:nvSpPr>
        <p:spPr>
          <a:xfrm xmlns:a="http://schemas.openxmlformats.org/drawingml/2006/main">
            <a:off x="4991650" y="4067023"/>
            <a:ext cx="263814" cy="21925"/>
          </a:xfrm>
          <a:custGeom xmlns:a="http://schemas.openxmlformats.org/drawingml/2006/main">
            <a:pathLst>
              <a:path w="263814" h="21925">
                <a:moveTo>
                  <a:pt x="0" y="0"/>
                </a:moveTo>
                <a:lnTo>
                  <a:pt x="263814" y="21925"/>
                </a:lnTo>
              </a:path>
            </a:pathLst>
          </a:custGeom>
          <a:noFill xmlns:a="http://schemas.openxmlformats.org/drawingml/2006/main"/>
          <a:ln xmlns:a="http://schemas.openxmlformats.org/drawingml/2006/main" w="28575">
            <a:solidFill>
              <a:srgbClr val="9CA4B0"/>
            </a:solidFill>
            <a:prstDash val="solid"/>
          </a:ln>
        </p:spPr>
      </p:sp>
      <p:sp>
        <p:nvSpPr>
          <p:cNvPr id="59" name="line-59">
            <a:extLst xmlns:a="http://schemas.openxmlformats.org/drawingml/2006/main">
              <a:ext uri="{FF2B5EF4-FFF2-40B4-BE49-F238E27FC236}">
                <a16:creationId xmlns:a16="http://schemas.microsoft.com/office/drawing/2014/main" id="{F94CB194-2113-46B4-8750-2BC6320BE9D4}"/>
              </a:ext>
            </a:extLst>
          </p:cNvPr>
          <p:cNvSpPr>
            <a:spLocks xmlns:a="http://schemas.openxmlformats.org/drawingml/2006/main" noGrp="1"/>
          </p:cNvSpPr>
          <p:nvPr/>
        </p:nvSpPr>
        <p:spPr>
          <a:xfrm xmlns:a="http://schemas.openxmlformats.org/drawingml/2006/main">
            <a:off x="5255464" y="4088948"/>
            <a:ext cx="257163" cy="27957"/>
          </a:xfrm>
          <a:custGeom xmlns:a="http://schemas.openxmlformats.org/drawingml/2006/main">
            <a:pathLst>
              <a:path w="257163" h="27957">
                <a:moveTo>
                  <a:pt x="0" y="0"/>
                </a:moveTo>
                <a:lnTo>
                  <a:pt x="257163" y="27957"/>
                </a:lnTo>
              </a:path>
            </a:pathLst>
          </a:custGeom>
          <a:noFill xmlns:a="http://schemas.openxmlformats.org/drawingml/2006/main"/>
          <a:ln xmlns:a="http://schemas.openxmlformats.org/drawingml/2006/main" w="28575">
            <a:solidFill>
              <a:srgbClr val="9CA4B0"/>
            </a:solidFill>
            <a:prstDash val="solid"/>
          </a:ln>
        </p:spPr>
      </p:sp>
      <p:sp>
        <p:nvSpPr>
          <p:cNvPr id="60" name="line-60">
            <a:extLst xmlns:a="http://schemas.openxmlformats.org/drawingml/2006/main">
              <a:ext uri="{FF2B5EF4-FFF2-40B4-BE49-F238E27FC236}">
                <a16:creationId xmlns:a16="http://schemas.microsoft.com/office/drawing/2014/main" id="{60227E31-4CB0-4378-9C62-FB553172BB2F}"/>
              </a:ext>
            </a:extLst>
          </p:cNvPr>
          <p:cNvSpPr>
            <a:spLocks xmlns:a="http://schemas.openxmlformats.org/drawingml/2006/main" noGrp="1"/>
          </p:cNvSpPr>
          <p:nvPr/>
        </p:nvSpPr>
        <p:spPr>
          <a:xfrm xmlns:a="http://schemas.openxmlformats.org/drawingml/2006/main">
            <a:off x="5512627" y="4116905"/>
            <a:ext cx="248927" cy="33816"/>
          </a:xfrm>
          <a:custGeom xmlns:a="http://schemas.openxmlformats.org/drawingml/2006/main">
            <a:pathLst>
              <a:path w="248927" h="33816">
                <a:moveTo>
                  <a:pt x="0" y="0"/>
                </a:moveTo>
                <a:lnTo>
                  <a:pt x="248927" y="33816"/>
                </a:lnTo>
              </a:path>
            </a:pathLst>
          </a:custGeom>
          <a:noFill xmlns:a="http://schemas.openxmlformats.org/drawingml/2006/main"/>
          <a:ln xmlns:a="http://schemas.openxmlformats.org/drawingml/2006/main" w="28575">
            <a:solidFill>
              <a:srgbClr val="9CA4B0"/>
            </a:solidFill>
            <a:prstDash val="solid"/>
          </a:ln>
        </p:spPr>
      </p:sp>
      <p:sp>
        <p:nvSpPr>
          <p:cNvPr id="61" name="line-61">
            <a:extLst xmlns:a="http://schemas.openxmlformats.org/drawingml/2006/main">
              <a:ext uri="{FF2B5EF4-FFF2-40B4-BE49-F238E27FC236}">
                <a16:creationId xmlns:a16="http://schemas.microsoft.com/office/drawing/2014/main" id="{4945D2E3-E9B1-430F-BCDC-C53A5386DCA3}"/>
              </a:ext>
            </a:extLst>
          </p:cNvPr>
          <p:cNvSpPr>
            <a:spLocks xmlns:a="http://schemas.openxmlformats.org/drawingml/2006/main" noGrp="1"/>
          </p:cNvSpPr>
          <p:nvPr/>
        </p:nvSpPr>
        <p:spPr>
          <a:xfrm xmlns:a="http://schemas.openxmlformats.org/drawingml/2006/main">
            <a:off x="5761554" y="4150722"/>
            <a:ext cx="239156" cy="39467"/>
          </a:xfrm>
          <a:custGeom xmlns:a="http://schemas.openxmlformats.org/drawingml/2006/main">
            <a:pathLst>
              <a:path w="239156" h="39467">
                <a:moveTo>
                  <a:pt x="0" y="0"/>
                </a:moveTo>
                <a:lnTo>
                  <a:pt x="239156" y="39467"/>
                </a:lnTo>
              </a:path>
            </a:pathLst>
          </a:custGeom>
          <a:noFill xmlns:a="http://schemas.openxmlformats.org/drawingml/2006/main"/>
          <a:ln xmlns:a="http://schemas.openxmlformats.org/drawingml/2006/main" w="28575">
            <a:solidFill>
              <a:srgbClr val="9CA4B0"/>
            </a:solidFill>
            <a:prstDash val="solid"/>
          </a:ln>
        </p:spPr>
      </p:sp>
      <p:sp>
        <p:nvSpPr>
          <p:cNvPr id="62" name="line-62">
            <a:extLst xmlns:a="http://schemas.openxmlformats.org/drawingml/2006/main">
              <a:ext uri="{FF2B5EF4-FFF2-40B4-BE49-F238E27FC236}">
                <a16:creationId xmlns:a16="http://schemas.microsoft.com/office/drawing/2014/main" id="{EC1AF1F2-431B-4B33-9538-B693650316A4}"/>
              </a:ext>
            </a:extLst>
          </p:cNvPr>
          <p:cNvSpPr>
            <a:spLocks xmlns:a="http://schemas.openxmlformats.org/drawingml/2006/main" noGrp="1"/>
          </p:cNvSpPr>
          <p:nvPr/>
        </p:nvSpPr>
        <p:spPr>
          <a:xfrm xmlns:a="http://schemas.openxmlformats.org/drawingml/2006/main">
            <a:off x="6000709" y="4190189"/>
            <a:ext cx="227910" cy="44875"/>
          </a:xfrm>
          <a:custGeom xmlns:a="http://schemas.openxmlformats.org/drawingml/2006/main">
            <a:pathLst>
              <a:path w="227910" h="44875">
                <a:moveTo>
                  <a:pt x="0" y="0"/>
                </a:moveTo>
                <a:lnTo>
                  <a:pt x="227910" y="44875"/>
                </a:lnTo>
              </a:path>
            </a:pathLst>
          </a:custGeom>
          <a:noFill xmlns:a="http://schemas.openxmlformats.org/drawingml/2006/main"/>
          <a:ln xmlns:a="http://schemas.openxmlformats.org/drawingml/2006/main" w="28575">
            <a:solidFill>
              <a:srgbClr val="9CA4B0"/>
            </a:solidFill>
            <a:prstDash val="solid"/>
          </a:ln>
        </p:spPr>
      </p:sp>
      <p:sp>
        <p:nvSpPr>
          <p:cNvPr id="63" name="line-63">
            <a:extLst xmlns:a="http://schemas.openxmlformats.org/drawingml/2006/main">
              <a:ext uri="{FF2B5EF4-FFF2-40B4-BE49-F238E27FC236}">
                <a16:creationId xmlns:a16="http://schemas.microsoft.com/office/drawing/2014/main" id="{F0C73746-9F5E-4DBD-BF08-72CF4139C55E}"/>
              </a:ext>
            </a:extLst>
          </p:cNvPr>
          <p:cNvSpPr>
            <a:spLocks xmlns:a="http://schemas.openxmlformats.org/drawingml/2006/main" noGrp="1"/>
          </p:cNvSpPr>
          <p:nvPr/>
        </p:nvSpPr>
        <p:spPr>
          <a:xfrm xmlns:a="http://schemas.openxmlformats.org/drawingml/2006/main">
            <a:off x="6228619" y="4235064"/>
            <a:ext cx="215259" cy="50006"/>
          </a:xfrm>
          <a:custGeom xmlns:a="http://schemas.openxmlformats.org/drawingml/2006/main">
            <a:pathLst>
              <a:path w="215259" h="50006">
                <a:moveTo>
                  <a:pt x="0" y="0"/>
                </a:moveTo>
                <a:lnTo>
                  <a:pt x="215259" y="50006"/>
                </a:lnTo>
              </a:path>
            </a:pathLst>
          </a:custGeom>
          <a:noFill xmlns:a="http://schemas.openxmlformats.org/drawingml/2006/main"/>
          <a:ln xmlns:a="http://schemas.openxmlformats.org/drawingml/2006/main" w="28575">
            <a:solidFill>
              <a:srgbClr val="9CA4B0"/>
            </a:solidFill>
            <a:prstDash val="solid"/>
          </a:ln>
        </p:spPr>
      </p:sp>
      <p:sp>
        <p:nvSpPr>
          <p:cNvPr id="64" name="line-64">
            <a:extLst xmlns:a="http://schemas.openxmlformats.org/drawingml/2006/main">
              <a:ext uri="{FF2B5EF4-FFF2-40B4-BE49-F238E27FC236}">
                <a16:creationId xmlns:a16="http://schemas.microsoft.com/office/drawing/2014/main" id="{47FB2145-ECDE-4362-B486-2E81B067E93F}"/>
              </a:ext>
            </a:extLst>
          </p:cNvPr>
          <p:cNvSpPr>
            <a:spLocks xmlns:a="http://schemas.openxmlformats.org/drawingml/2006/main" noGrp="1"/>
          </p:cNvSpPr>
          <p:nvPr/>
        </p:nvSpPr>
        <p:spPr>
          <a:xfrm xmlns:a="http://schemas.openxmlformats.org/drawingml/2006/main">
            <a:off x="6443879" y="4285070"/>
            <a:ext cx="201282" cy="54829"/>
          </a:xfrm>
          <a:custGeom xmlns:a="http://schemas.openxmlformats.org/drawingml/2006/main">
            <a:pathLst>
              <a:path w="201282" h="54829">
                <a:moveTo>
                  <a:pt x="0" y="0"/>
                </a:moveTo>
                <a:lnTo>
                  <a:pt x="201282" y="54829"/>
                </a:lnTo>
              </a:path>
            </a:pathLst>
          </a:custGeom>
          <a:noFill xmlns:a="http://schemas.openxmlformats.org/drawingml/2006/main"/>
          <a:ln xmlns:a="http://schemas.openxmlformats.org/drawingml/2006/main" w="28575">
            <a:solidFill>
              <a:srgbClr val="9CA4B0"/>
            </a:solidFill>
            <a:prstDash val="solid"/>
          </a:ln>
        </p:spPr>
      </p:sp>
      <p:sp>
        <p:nvSpPr>
          <p:cNvPr id="65" name="line-65">
            <a:extLst xmlns:a="http://schemas.openxmlformats.org/drawingml/2006/main">
              <a:ext uri="{FF2B5EF4-FFF2-40B4-BE49-F238E27FC236}">
                <a16:creationId xmlns:a16="http://schemas.microsoft.com/office/drawing/2014/main" id="{4637AC52-CC1C-42E3-A09B-FC25ABAF7E7E}"/>
              </a:ext>
            </a:extLst>
          </p:cNvPr>
          <p:cNvSpPr>
            <a:spLocks xmlns:a="http://schemas.openxmlformats.org/drawingml/2006/main" noGrp="1"/>
          </p:cNvSpPr>
          <p:nvPr/>
        </p:nvSpPr>
        <p:spPr>
          <a:xfrm xmlns:a="http://schemas.openxmlformats.org/drawingml/2006/main">
            <a:off x="6645160" y="4339899"/>
            <a:ext cx="186063" cy="59314"/>
          </a:xfrm>
          <a:custGeom xmlns:a="http://schemas.openxmlformats.org/drawingml/2006/main">
            <a:pathLst>
              <a:path w="186063" h="59314">
                <a:moveTo>
                  <a:pt x="0" y="0"/>
                </a:moveTo>
                <a:lnTo>
                  <a:pt x="186063" y="59314"/>
                </a:lnTo>
              </a:path>
            </a:pathLst>
          </a:custGeom>
          <a:noFill xmlns:a="http://schemas.openxmlformats.org/drawingml/2006/main"/>
          <a:ln xmlns:a="http://schemas.openxmlformats.org/drawingml/2006/main" w="28575">
            <a:solidFill>
              <a:srgbClr val="9CA4B0"/>
            </a:solidFill>
            <a:prstDash val="solid"/>
          </a:ln>
        </p:spPr>
      </p:sp>
      <p:sp>
        <p:nvSpPr>
          <p:cNvPr id="66" name="line-66">
            <a:extLst xmlns:a="http://schemas.openxmlformats.org/drawingml/2006/main">
              <a:ext uri="{FF2B5EF4-FFF2-40B4-BE49-F238E27FC236}">
                <a16:creationId xmlns:a16="http://schemas.microsoft.com/office/drawing/2014/main" id="{30B12F11-7274-42BA-ACC8-8AACA47B9CB4}"/>
              </a:ext>
            </a:extLst>
          </p:cNvPr>
          <p:cNvSpPr>
            <a:spLocks xmlns:a="http://schemas.openxmlformats.org/drawingml/2006/main" noGrp="1"/>
          </p:cNvSpPr>
          <p:nvPr/>
        </p:nvSpPr>
        <p:spPr>
          <a:xfrm xmlns:a="http://schemas.openxmlformats.org/drawingml/2006/main">
            <a:off x="6831223" y="4399213"/>
            <a:ext cx="169697" cy="63433"/>
          </a:xfrm>
          <a:custGeom xmlns:a="http://schemas.openxmlformats.org/drawingml/2006/main">
            <a:pathLst>
              <a:path w="169697" h="63433">
                <a:moveTo>
                  <a:pt x="0" y="0"/>
                </a:moveTo>
                <a:lnTo>
                  <a:pt x="169697" y="63433"/>
                </a:lnTo>
              </a:path>
            </a:pathLst>
          </a:custGeom>
          <a:noFill xmlns:a="http://schemas.openxmlformats.org/drawingml/2006/main"/>
          <a:ln xmlns:a="http://schemas.openxmlformats.org/drawingml/2006/main" w="28575">
            <a:solidFill>
              <a:srgbClr val="9CA4B0"/>
            </a:solidFill>
            <a:prstDash val="solid"/>
          </a:ln>
        </p:spPr>
      </p:sp>
      <p:sp>
        <p:nvSpPr>
          <p:cNvPr id="67" name="line-67">
            <a:extLst xmlns:a="http://schemas.openxmlformats.org/drawingml/2006/main">
              <a:ext uri="{FF2B5EF4-FFF2-40B4-BE49-F238E27FC236}">
                <a16:creationId xmlns:a16="http://schemas.microsoft.com/office/drawing/2014/main" id="{1BBBC0CB-01A1-4F58-8E8F-A82509722649}"/>
              </a:ext>
            </a:extLst>
          </p:cNvPr>
          <p:cNvSpPr>
            <a:spLocks xmlns:a="http://schemas.openxmlformats.org/drawingml/2006/main" noGrp="1"/>
          </p:cNvSpPr>
          <p:nvPr/>
        </p:nvSpPr>
        <p:spPr>
          <a:xfrm xmlns:a="http://schemas.openxmlformats.org/drawingml/2006/main">
            <a:off x="7000920" y="4462645"/>
            <a:ext cx="152285" cy="67160"/>
          </a:xfrm>
          <a:custGeom xmlns:a="http://schemas.openxmlformats.org/drawingml/2006/main">
            <a:pathLst>
              <a:path w="152285" h="67160">
                <a:moveTo>
                  <a:pt x="0" y="0"/>
                </a:moveTo>
                <a:lnTo>
                  <a:pt x="152285" y="67160"/>
                </a:lnTo>
              </a:path>
            </a:pathLst>
          </a:custGeom>
          <a:noFill xmlns:a="http://schemas.openxmlformats.org/drawingml/2006/main"/>
          <a:ln xmlns:a="http://schemas.openxmlformats.org/drawingml/2006/main" w="28575">
            <a:solidFill>
              <a:srgbClr val="9CA4B0"/>
            </a:solidFill>
            <a:prstDash val="solid"/>
          </a:ln>
        </p:spPr>
      </p:sp>
      <p:sp>
        <p:nvSpPr>
          <p:cNvPr id="68" name="line-68">
            <a:extLst xmlns:a="http://schemas.openxmlformats.org/drawingml/2006/main">
              <a:ext uri="{FF2B5EF4-FFF2-40B4-BE49-F238E27FC236}">
                <a16:creationId xmlns:a16="http://schemas.microsoft.com/office/drawing/2014/main" id="{3A17DEBE-3178-4C53-B29D-590CBC8C0297}"/>
              </a:ext>
            </a:extLst>
          </p:cNvPr>
          <p:cNvSpPr>
            <a:spLocks xmlns:a="http://schemas.openxmlformats.org/drawingml/2006/main" noGrp="1"/>
          </p:cNvSpPr>
          <p:nvPr/>
        </p:nvSpPr>
        <p:spPr>
          <a:xfrm xmlns:a="http://schemas.openxmlformats.org/drawingml/2006/main">
            <a:off x="7153205" y="4529806"/>
            <a:ext cx="133934" cy="70474"/>
          </a:xfrm>
          <a:custGeom xmlns:a="http://schemas.openxmlformats.org/drawingml/2006/main">
            <a:pathLst>
              <a:path w="133934" h="70474">
                <a:moveTo>
                  <a:pt x="0" y="0"/>
                </a:moveTo>
                <a:lnTo>
                  <a:pt x="133934" y="70474"/>
                </a:lnTo>
              </a:path>
            </a:pathLst>
          </a:custGeom>
          <a:noFill xmlns:a="http://schemas.openxmlformats.org/drawingml/2006/main"/>
          <a:ln xmlns:a="http://schemas.openxmlformats.org/drawingml/2006/main" w="28575">
            <a:solidFill>
              <a:srgbClr val="9CA4B0"/>
            </a:solidFill>
            <a:prstDash val="solid"/>
          </a:ln>
        </p:spPr>
      </p:sp>
      <p:sp>
        <p:nvSpPr>
          <p:cNvPr id="69" name="line-69">
            <a:extLst xmlns:a="http://schemas.openxmlformats.org/drawingml/2006/main">
              <a:ext uri="{FF2B5EF4-FFF2-40B4-BE49-F238E27FC236}">
                <a16:creationId xmlns:a16="http://schemas.microsoft.com/office/drawing/2014/main" id="{DF54A624-0C5F-4544-8541-1B9938F0A7C5}"/>
              </a:ext>
            </a:extLst>
          </p:cNvPr>
          <p:cNvSpPr>
            <a:spLocks xmlns:a="http://schemas.openxmlformats.org/drawingml/2006/main" noGrp="1"/>
          </p:cNvSpPr>
          <p:nvPr/>
        </p:nvSpPr>
        <p:spPr>
          <a:xfrm xmlns:a="http://schemas.openxmlformats.org/drawingml/2006/main">
            <a:off x="7287138" y="4600280"/>
            <a:ext cx="114757" cy="73354"/>
          </a:xfrm>
          <a:custGeom xmlns:a="http://schemas.openxmlformats.org/drawingml/2006/main">
            <a:pathLst>
              <a:path w="114757" h="73354">
                <a:moveTo>
                  <a:pt x="0" y="0"/>
                </a:moveTo>
                <a:lnTo>
                  <a:pt x="114757" y="73354"/>
                </a:lnTo>
              </a:path>
            </a:pathLst>
          </a:custGeom>
          <a:noFill xmlns:a="http://schemas.openxmlformats.org/drawingml/2006/main"/>
          <a:ln xmlns:a="http://schemas.openxmlformats.org/drawingml/2006/main" w="28575">
            <a:solidFill>
              <a:srgbClr val="9CA4B0"/>
            </a:solidFill>
            <a:prstDash val="solid"/>
          </a:ln>
        </p:spPr>
      </p:sp>
      <p:sp>
        <p:nvSpPr>
          <p:cNvPr id="70" name="line-70">
            <a:extLst xmlns:a="http://schemas.openxmlformats.org/drawingml/2006/main">
              <a:ext uri="{FF2B5EF4-FFF2-40B4-BE49-F238E27FC236}">
                <a16:creationId xmlns:a16="http://schemas.microsoft.com/office/drawing/2014/main" id="{D83A7E35-6B3C-4061-AF22-15FB57389B1D}"/>
              </a:ext>
            </a:extLst>
          </p:cNvPr>
          <p:cNvSpPr>
            <a:spLocks xmlns:a="http://schemas.openxmlformats.org/drawingml/2006/main" noGrp="1"/>
          </p:cNvSpPr>
          <p:nvPr/>
        </p:nvSpPr>
        <p:spPr>
          <a:xfrm xmlns:a="http://schemas.openxmlformats.org/drawingml/2006/main">
            <a:off x="7401895" y="4673634"/>
            <a:ext cx="94872" cy="75781"/>
          </a:xfrm>
          <a:custGeom xmlns:a="http://schemas.openxmlformats.org/drawingml/2006/main">
            <a:pathLst>
              <a:path w="94872" h="75781">
                <a:moveTo>
                  <a:pt x="0" y="0"/>
                </a:moveTo>
                <a:lnTo>
                  <a:pt x="94872" y="75781"/>
                </a:lnTo>
              </a:path>
            </a:pathLst>
          </a:custGeom>
          <a:noFill xmlns:a="http://schemas.openxmlformats.org/drawingml/2006/main"/>
          <a:ln xmlns:a="http://schemas.openxmlformats.org/drawingml/2006/main" w="28575">
            <a:solidFill>
              <a:srgbClr val="9CA4B0"/>
            </a:solidFill>
            <a:prstDash val="solid"/>
          </a:ln>
        </p:spPr>
      </p:sp>
      <p:sp>
        <p:nvSpPr>
          <p:cNvPr id="71" name="line-71">
            <a:extLst xmlns:a="http://schemas.openxmlformats.org/drawingml/2006/main">
              <a:ext uri="{FF2B5EF4-FFF2-40B4-BE49-F238E27FC236}">
                <a16:creationId xmlns:a16="http://schemas.microsoft.com/office/drawing/2014/main" id="{F8C6B023-DB32-45DA-9C82-ACE74AF02658}"/>
              </a:ext>
            </a:extLst>
          </p:cNvPr>
          <p:cNvSpPr>
            <a:spLocks xmlns:a="http://schemas.openxmlformats.org/drawingml/2006/main" noGrp="1"/>
          </p:cNvSpPr>
          <p:nvPr/>
        </p:nvSpPr>
        <p:spPr>
          <a:xfrm xmlns:a="http://schemas.openxmlformats.org/drawingml/2006/main">
            <a:off x="7496768" y="4749414"/>
            <a:ext cx="74403" cy="77741"/>
          </a:xfrm>
          <a:custGeom xmlns:a="http://schemas.openxmlformats.org/drawingml/2006/main">
            <a:pathLst>
              <a:path w="74403" h="77741">
                <a:moveTo>
                  <a:pt x="0" y="0"/>
                </a:moveTo>
                <a:lnTo>
                  <a:pt x="74403" y="77741"/>
                </a:lnTo>
              </a:path>
            </a:pathLst>
          </a:custGeom>
          <a:noFill xmlns:a="http://schemas.openxmlformats.org/drawingml/2006/main"/>
          <a:ln xmlns:a="http://schemas.openxmlformats.org/drawingml/2006/main" w="28575">
            <a:solidFill>
              <a:srgbClr val="9CA4B0"/>
            </a:solidFill>
            <a:prstDash val="solid"/>
          </a:ln>
        </p:spPr>
      </p:sp>
      <p:sp>
        <p:nvSpPr>
          <p:cNvPr id="72" name="line-72">
            <a:extLst xmlns:a="http://schemas.openxmlformats.org/drawingml/2006/main">
              <a:ext uri="{FF2B5EF4-FFF2-40B4-BE49-F238E27FC236}">
                <a16:creationId xmlns:a16="http://schemas.microsoft.com/office/drawing/2014/main" id="{F7FA2F04-97A6-44EA-967D-9CEA1F68F338}"/>
              </a:ext>
            </a:extLst>
          </p:cNvPr>
          <p:cNvSpPr>
            <a:spLocks xmlns:a="http://schemas.openxmlformats.org/drawingml/2006/main" noGrp="1"/>
          </p:cNvSpPr>
          <p:nvPr/>
        </p:nvSpPr>
        <p:spPr>
          <a:xfrm xmlns:a="http://schemas.openxmlformats.org/drawingml/2006/main">
            <a:off x="7571171" y="4827155"/>
            <a:ext cx="53475" cy="79221"/>
          </a:xfrm>
          <a:custGeom xmlns:a="http://schemas.openxmlformats.org/drawingml/2006/main">
            <a:pathLst>
              <a:path w="53475" h="79221">
                <a:moveTo>
                  <a:pt x="0" y="0"/>
                </a:moveTo>
                <a:lnTo>
                  <a:pt x="53475" y="79221"/>
                </a:lnTo>
              </a:path>
            </a:pathLst>
          </a:custGeom>
          <a:noFill xmlns:a="http://schemas.openxmlformats.org/drawingml/2006/main"/>
          <a:ln xmlns:a="http://schemas.openxmlformats.org/drawingml/2006/main" w="28575">
            <a:solidFill>
              <a:srgbClr val="9CA4B0"/>
            </a:solidFill>
            <a:prstDash val="solid"/>
          </a:ln>
        </p:spPr>
      </p:sp>
      <p:sp>
        <p:nvSpPr>
          <p:cNvPr id="73" name="line-73">
            <a:extLst xmlns:a="http://schemas.openxmlformats.org/drawingml/2006/main">
              <a:ext uri="{FF2B5EF4-FFF2-40B4-BE49-F238E27FC236}">
                <a16:creationId xmlns:a16="http://schemas.microsoft.com/office/drawing/2014/main" id="{E5E8C2FA-8BEA-4E1E-AA9D-AF28EB6D2C03}"/>
              </a:ext>
            </a:extLst>
          </p:cNvPr>
          <p:cNvSpPr>
            <a:spLocks xmlns:a="http://schemas.openxmlformats.org/drawingml/2006/main" noGrp="1"/>
          </p:cNvSpPr>
          <p:nvPr/>
        </p:nvSpPr>
        <p:spPr>
          <a:xfrm xmlns:a="http://schemas.openxmlformats.org/drawingml/2006/main">
            <a:off x="7624646" y="4906376"/>
            <a:ext cx="32218" cy="80213"/>
          </a:xfrm>
          <a:custGeom xmlns:a="http://schemas.openxmlformats.org/drawingml/2006/main">
            <a:pathLst>
              <a:path w="32218" h="80213">
                <a:moveTo>
                  <a:pt x="0" y="0"/>
                </a:moveTo>
                <a:lnTo>
                  <a:pt x="32218" y="80213"/>
                </a:lnTo>
              </a:path>
            </a:pathLst>
          </a:custGeom>
          <a:noFill xmlns:a="http://schemas.openxmlformats.org/drawingml/2006/main"/>
          <a:ln xmlns:a="http://schemas.openxmlformats.org/drawingml/2006/main" w="28575">
            <a:solidFill>
              <a:srgbClr val="9CA4B0"/>
            </a:solidFill>
            <a:prstDash val="solid"/>
          </a:ln>
        </p:spPr>
      </p:sp>
      <p:sp>
        <p:nvSpPr>
          <p:cNvPr id="74" name="line-74">
            <a:extLst xmlns:a="http://schemas.openxmlformats.org/drawingml/2006/main">
              <a:ext uri="{FF2B5EF4-FFF2-40B4-BE49-F238E27FC236}">
                <a16:creationId xmlns:a16="http://schemas.microsoft.com/office/drawing/2014/main" id="{9AD6AC36-859F-4D3C-A620-D135B99A4622}"/>
              </a:ext>
            </a:extLst>
          </p:cNvPr>
          <p:cNvSpPr>
            <a:spLocks xmlns:a="http://schemas.openxmlformats.org/drawingml/2006/main" noGrp="1"/>
          </p:cNvSpPr>
          <p:nvPr/>
        </p:nvSpPr>
        <p:spPr>
          <a:xfrm xmlns:a="http://schemas.openxmlformats.org/drawingml/2006/main">
            <a:off x="7656864" y="4986589"/>
            <a:ext cx="10761" cy="80711"/>
          </a:xfrm>
          <a:custGeom xmlns:a="http://schemas.openxmlformats.org/drawingml/2006/main">
            <a:pathLst>
              <a:path w="10761" h="80711">
                <a:moveTo>
                  <a:pt x="0" y="0"/>
                </a:moveTo>
                <a:lnTo>
                  <a:pt x="10761" y="80711"/>
                </a:lnTo>
              </a:path>
            </a:pathLst>
          </a:custGeom>
          <a:noFill xmlns:a="http://schemas.openxmlformats.org/drawingml/2006/main"/>
          <a:ln xmlns:a="http://schemas.openxmlformats.org/drawingml/2006/main" w="28575">
            <a:solidFill>
              <a:srgbClr val="9CA4B0"/>
            </a:solidFill>
            <a:prstDash val="solid"/>
          </a:ln>
        </p:spPr>
      </p:sp>
      <p:sp>
        <p:nvSpPr>
          <p:cNvPr id="75" name="Separate from host chromosome-75">
            <a:extLst xmlns:a="http://schemas.openxmlformats.org/drawingml/2006/main">
              <a:ext uri="{FF2B5EF4-FFF2-40B4-BE49-F238E27FC236}">
                <a16:creationId xmlns:a16="http://schemas.microsoft.com/office/drawing/2014/main" id="{EC39C463-76AF-4E54-BB0B-97B19D3A0BB5}"/>
              </a:ext>
            </a:extLst>
          </p:cNvPr>
          <p:cNvSpPr>
            <a:spLocks xmlns:a="http://schemas.openxmlformats.org/drawingml/2006/main" noGrp="1"/>
          </p:cNvSpPr>
          <p:nvPr/>
        </p:nvSpPr>
        <p:spPr>
          <a:xfrm xmlns:a="http://schemas.openxmlformats.org/drawingml/2006/main" rot="0">
            <a:off x="4552950" y="378142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677285"/>
                </a:solidFill>
                <a:latin typeface="Arial"/>
                <a:ea typeface="Arial"/>
                <a:cs typeface="Arial"/>
              </a:defRPr>
            </a:pPr>
            <a:r>
              <a:rPr sz="1275" b="0">
                <a:solidFill>
                  <a:srgbClr val="677285"/>
                </a:solidFill>
                <a:latin typeface="Arial"/>
                <a:ea typeface="Arial"/>
                <a:cs typeface="Arial"/>
              </a:rPr>
              <a:t>Separate from host chromosome</a:t>
            </a:r>
          </a:p>
        </p:txBody>
      </p:sp>
      <p:sp>
        <p:nvSpPr>
          <p:cNvPr id="76" name="attB-76">
            <a:extLst xmlns:a="http://schemas.openxmlformats.org/drawingml/2006/main">
              <a:ext uri="{FF2B5EF4-FFF2-40B4-BE49-F238E27FC236}">
                <a16:creationId xmlns:a16="http://schemas.microsoft.com/office/drawing/2014/main" id="{EA047D64-46B2-4F26-9C54-2A1CD518DDE1}"/>
              </a:ext>
            </a:extLst>
          </p:cNvPr>
          <p:cNvSpPr>
            <a:spLocks xmlns:a="http://schemas.openxmlformats.org/drawingml/2006/main" noGrp="1"/>
          </p:cNvSpPr>
          <p:nvPr/>
        </p:nvSpPr>
        <p:spPr>
          <a:xfrm xmlns:a="http://schemas.openxmlformats.org/drawingml/2006/main">
            <a:off x="723900" y="4943475"/>
            <a:ext cx="329720" cy="247650"/>
          </a:xfrm>
          <a:custGeom xmlns:a="http://schemas.openxmlformats.org/drawingml/2006/main">
            <a:pathLst>
              <a:path w="329720" h="247650">
                <a:moveTo>
                  <a:pt x="0" y="0"/>
                </a:moveTo>
                <a:lnTo>
                  <a:pt x="0" y="247650"/>
                </a:lnTo>
                <a:lnTo>
                  <a:pt x="329720" y="123825"/>
                </a:lnTo>
                <a:close/>
              </a:path>
            </a:pathLst>
          </a:custGeom>
          <a:solidFill xmlns:a="http://schemas.openxmlformats.org/drawingml/2006/main">
            <a:srgbClr val="EF9B92"/>
          </a:solidFill>
          <a:ln xmlns:a="http://schemas.openxmlformats.org/drawingml/2006/main" w="9525">
            <a:solidFill>
              <a:srgbClr val="142238"/>
            </a:solidFill>
          </a:ln>
        </p:spPr>
      </p:sp>
      <p:sp>
        <p:nvSpPr>
          <p:cNvPr id="77" name="attB-77">
            <a:extLst xmlns:a="http://schemas.openxmlformats.org/drawingml/2006/main">
              <a:ext uri="{FF2B5EF4-FFF2-40B4-BE49-F238E27FC236}">
                <a16:creationId xmlns:a16="http://schemas.microsoft.com/office/drawing/2014/main" id="{8738F556-DF16-45C2-B9C8-49CC309F59ED}"/>
              </a:ext>
            </a:extLst>
          </p:cNvPr>
          <p:cNvSpPr>
            <a:spLocks xmlns:a="http://schemas.openxmlformats.org/drawingml/2006/main" noGrp="1"/>
          </p:cNvSpPr>
          <p:nvPr/>
        </p:nvSpPr>
        <p:spPr>
          <a:xfrm xmlns:a="http://schemas.openxmlformats.org/drawingml/2006/main" rot="0">
            <a:off x="647700" y="5276850"/>
            <a:ext cx="48212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0">
                <a:solidFill>
                  <a:srgbClr val="142238"/>
                </a:solidFill>
                <a:latin typeface="Arial"/>
                <a:ea typeface="Arial"/>
                <a:cs typeface="Arial"/>
              </a:defRPr>
            </a:pPr>
            <a:r>
              <a:rPr sz="1050" b="0">
                <a:solidFill>
                  <a:srgbClr val="142238"/>
                </a:solidFill>
                <a:latin typeface="Arial"/>
                <a:ea typeface="Arial"/>
                <a:cs typeface="Arial"/>
              </a:rPr>
              <a:t>attB</a:t>
            </a:r>
          </a:p>
        </p:txBody>
      </p:sp>
      <p:sp>
        <p:nvSpPr>
          <p:cNvPr id="78" name="Puro-78">
            <a:extLst xmlns:a="http://schemas.openxmlformats.org/drawingml/2006/main">
              <a:ext uri="{FF2B5EF4-FFF2-40B4-BE49-F238E27FC236}">
                <a16:creationId xmlns:a16="http://schemas.microsoft.com/office/drawing/2014/main" id="{4BA84352-A6D8-4A3C-9502-6E6A28039BD4}"/>
              </a:ext>
            </a:extLst>
          </p:cNvPr>
          <p:cNvSpPr>
            <a:spLocks xmlns:a="http://schemas.openxmlformats.org/drawingml/2006/main" noGrp="1"/>
          </p:cNvSpPr>
          <p:nvPr/>
        </p:nvSpPr>
        <p:spPr>
          <a:xfrm xmlns:a="http://schemas.openxmlformats.org/drawingml/2006/main" rot="0">
            <a:off x="1101245" y="4895850"/>
            <a:ext cx="955158" cy="342900"/>
          </a:xfrm>
          <a:prstGeom xmlns:a="http://schemas.openxmlformats.org/drawingml/2006/main" prst="rect">
            <a:avLst/>
          </a:prstGeom>
          <a:solidFill xmlns:a="http://schemas.openxmlformats.org/drawingml/2006/main">
            <a:srgbClr val="F4B153"/>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Puro</a:t>
            </a:r>
          </a:p>
        </p:txBody>
      </p:sp>
      <p:sp>
        <p:nvSpPr>
          <p:cNvPr id="79" name="pA-79">
            <a:extLst xmlns:a="http://schemas.openxmlformats.org/drawingml/2006/main">
              <a:ext uri="{FF2B5EF4-FFF2-40B4-BE49-F238E27FC236}">
                <a16:creationId xmlns:a16="http://schemas.microsoft.com/office/drawing/2014/main" id="{51455CEC-606B-4A06-A0BA-B6E62E228496}"/>
              </a:ext>
            </a:extLst>
          </p:cNvPr>
          <p:cNvSpPr>
            <a:spLocks xmlns:a="http://schemas.openxmlformats.org/drawingml/2006/main" noGrp="1"/>
          </p:cNvSpPr>
          <p:nvPr/>
        </p:nvSpPr>
        <p:spPr>
          <a:xfrm xmlns:a="http://schemas.openxmlformats.org/drawingml/2006/main" rot="0">
            <a:off x="2075453" y="4895850"/>
            <a:ext cx="508646"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pA</a:t>
            </a:r>
          </a:p>
        </p:txBody>
      </p:sp>
      <p:sp>
        <p:nvSpPr>
          <p:cNvPr id="80" name="Enh-80">
            <a:extLst xmlns:a="http://schemas.openxmlformats.org/drawingml/2006/main">
              <a:ext uri="{FF2B5EF4-FFF2-40B4-BE49-F238E27FC236}">
                <a16:creationId xmlns:a16="http://schemas.microsoft.com/office/drawing/2014/main" id="{86FA734A-F06F-47A5-91A1-546FE799B71B}"/>
              </a:ext>
            </a:extLst>
          </p:cNvPr>
          <p:cNvSpPr>
            <a:spLocks xmlns:a="http://schemas.openxmlformats.org/drawingml/2006/main" noGrp="1"/>
          </p:cNvSpPr>
          <p:nvPr/>
        </p:nvSpPr>
        <p:spPr>
          <a:xfrm xmlns:a="http://schemas.openxmlformats.org/drawingml/2006/main" rot="0">
            <a:off x="2603149" y="4895850"/>
            <a:ext cx="589830" cy="342900"/>
          </a:xfrm>
          <a:prstGeom xmlns:a="http://schemas.openxmlformats.org/drawingml/2006/main" prst="rect">
            <a:avLst/>
          </a:prstGeom>
          <a:solidFill xmlns:a="http://schemas.openxmlformats.org/drawingml/2006/main">
            <a:srgbClr val="A9D7F4"/>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Enh</a:t>
            </a:r>
          </a:p>
        </p:txBody>
      </p:sp>
      <p:sp>
        <p:nvSpPr>
          <p:cNvPr id="81" name="CoreP-81">
            <a:extLst xmlns:a="http://schemas.openxmlformats.org/drawingml/2006/main">
              <a:ext uri="{FF2B5EF4-FFF2-40B4-BE49-F238E27FC236}">
                <a16:creationId xmlns:a16="http://schemas.microsoft.com/office/drawing/2014/main" id="{AC90907E-4476-4399-A1D4-A9B947DEBB75}"/>
              </a:ext>
            </a:extLst>
          </p:cNvPr>
          <p:cNvSpPr>
            <a:spLocks xmlns:a="http://schemas.openxmlformats.org/drawingml/2006/main" noGrp="1"/>
          </p:cNvSpPr>
          <p:nvPr/>
        </p:nvSpPr>
        <p:spPr>
          <a:xfrm xmlns:a="http://schemas.openxmlformats.org/drawingml/2006/main" rot="0">
            <a:off x="3212029" y="4895850"/>
            <a:ext cx="792790" cy="342900"/>
          </a:xfrm>
          <a:prstGeom xmlns:a="http://schemas.openxmlformats.org/drawingml/2006/main" prst="rect">
            <a:avLst/>
          </a:prstGeom>
          <a:solidFill xmlns:a="http://schemas.openxmlformats.org/drawingml/2006/main">
            <a:srgbClr val="6CB5E6"/>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CoreP</a:t>
            </a:r>
          </a:p>
        </p:txBody>
      </p:sp>
      <p:sp>
        <p:nvSpPr>
          <p:cNvPr id="82" name="5′UTR-82">
            <a:extLst xmlns:a="http://schemas.openxmlformats.org/drawingml/2006/main">
              <a:ext uri="{FF2B5EF4-FFF2-40B4-BE49-F238E27FC236}">
                <a16:creationId xmlns:a16="http://schemas.microsoft.com/office/drawing/2014/main" id="{905EDA84-8949-403F-B469-CAEA0CD0D1AF}"/>
              </a:ext>
            </a:extLst>
          </p:cNvPr>
          <p:cNvSpPr>
            <a:spLocks xmlns:a="http://schemas.openxmlformats.org/drawingml/2006/main" noGrp="1"/>
          </p:cNvSpPr>
          <p:nvPr/>
        </p:nvSpPr>
        <p:spPr>
          <a:xfrm xmlns:a="http://schemas.openxmlformats.org/drawingml/2006/main" rot="0">
            <a:off x="4023869" y="4895850"/>
            <a:ext cx="792790" cy="342900"/>
          </a:xfrm>
          <a:prstGeom xmlns:a="http://schemas.openxmlformats.org/drawingml/2006/main" prst="rect">
            <a:avLst/>
          </a:prstGeom>
          <a:solidFill xmlns:a="http://schemas.openxmlformats.org/drawingml/2006/main">
            <a:srgbClr val="BE9BE5"/>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5′UTR</a:t>
            </a:r>
          </a:p>
        </p:txBody>
      </p:sp>
      <p:sp>
        <p:nvSpPr>
          <p:cNvPr id="83" name="Intron-83">
            <a:extLst xmlns:a="http://schemas.openxmlformats.org/drawingml/2006/main">
              <a:ext uri="{FF2B5EF4-FFF2-40B4-BE49-F238E27FC236}">
                <a16:creationId xmlns:a16="http://schemas.microsoft.com/office/drawing/2014/main" id="{476897E1-0DEC-4334-9884-DB19943DB4E6}"/>
              </a:ext>
            </a:extLst>
          </p:cNvPr>
          <p:cNvSpPr>
            <a:spLocks xmlns:a="http://schemas.openxmlformats.org/drawingml/2006/main" noGrp="1"/>
          </p:cNvSpPr>
          <p:nvPr/>
        </p:nvSpPr>
        <p:spPr>
          <a:xfrm xmlns:a="http://schemas.openxmlformats.org/drawingml/2006/main" rot="0">
            <a:off x="4835710" y="4895850"/>
            <a:ext cx="752198"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Intron</a:t>
            </a:r>
          </a:p>
        </p:txBody>
      </p:sp>
      <p:sp>
        <p:nvSpPr>
          <p:cNvPr id="84" name="mCherry-84">
            <a:extLst xmlns:a="http://schemas.openxmlformats.org/drawingml/2006/main">
              <a:ext uri="{FF2B5EF4-FFF2-40B4-BE49-F238E27FC236}">
                <a16:creationId xmlns:a16="http://schemas.microsoft.com/office/drawing/2014/main" id="{4BE9DF86-0CFB-414B-BF47-2DA9A76DE268}"/>
              </a:ext>
            </a:extLst>
          </p:cNvPr>
          <p:cNvSpPr>
            <a:spLocks xmlns:a="http://schemas.openxmlformats.org/drawingml/2006/main" noGrp="1"/>
          </p:cNvSpPr>
          <p:nvPr/>
        </p:nvSpPr>
        <p:spPr>
          <a:xfrm xmlns:a="http://schemas.openxmlformats.org/drawingml/2006/main" rot="0">
            <a:off x="5606958" y="4895850"/>
            <a:ext cx="1117526" cy="342900"/>
          </a:xfrm>
          <a:prstGeom xmlns:a="http://schemas.openxmlformats.org/drawingml/2006/main" prst="rect">
            <a:avLst/>
          </a:prstGeom>
          <a:solidFill xmlns:a="http://schemas.openxmlformats.org/drawingml/2006/main">
            <a:srgbClr val="E851BA"/>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mCherry</a:t>
            </a:r>
          </a:p>
        </p:txBody>
      </p:sp>
      <p:sp>
        <p:nvSpPr>
          <p:cNvPr id="85" name="pA-85">
            <a:extLst xmlns:a="http://schemas.openxmlformats.org/drawingml/2006/main">
              <a:ext uri="{FF2B5EF4-FFF2-40B4-BE49-F238E27FC236}">
                <a16:creationId xmlns:a16="http://schemas.microsoft.com/office/drawing/2014/main" id="{44B6075C-954E-431D-B736-840E5ABFD189}"/>
              </a:ext>
            </a:extLst>
          </p:cNvPr>
          <p:cNvSpPr>
            <a:spLocks xmlns:a="http://schemas.openxmlformats.org/drawingml/2006/main" noGrp="1"/>
          </p:cNvSpPr>
          <p:nvPr/>
        </p:nvSpPr>
        <p:spPr>
          <a:xfrm xmlns:a="http://schemas.openxmlformats.org/drawingml/2006/main" rot="0">
            <a:off x="6743534" y="4895850"/>
            <a:ext cx="508646"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pA</a:t>
            </a:r>
          </a:p>
        </p:txBody>
      </p:sp>
      <p:sp>
        <p:nvSpPr>
          <p:cNvPr id="86" name="attB-86">
            <a:extLst xmlns:a="http://schemas.openxmlformats.org/drawingml/2006/main">
              <a:ext uri="{FF2B5EF4-FFF2-40B4-BE49-F238E27FC236}">
                <a16:creationId xmlns:a16="http://schemas.microsoft.com/office/drawing/2014/main" id="{2C21F929-951D-48E7-B805-E2459A06D4FD}"/>
              </a:ext>
            </a:extLst>
          </p:cNvPr>
          <p:cNvSpPr>
            <a:spLocks xmlns:a="http://schemas.openxmlformats.org/drawingml/2006/main" noGrp="1"/>
          </p:cNvSpPr>
          <p:nvPr/>
        </p:nvSpPr>
        <p:spPr>
          <a:xfrm xmlns:a="http://schemas.openxmlformats.org/drawingml/2006/main">
            <a:off x="7299805" y="4943475"/>
            <a:ext cx="329720" cy="247650"/>
          </a:xfrm>
          <a:custGeom xmlns:a="http://schemas.openxmlformats.org/drawingml/2006/main">
            <a:pathLst>
              <a:path w="329720" h="247650">
                <a:moveTo>
                  <a:pt x="0" y="0"/>
                </a:moveTo>
                <a:lnTo>
                  <a:pt x="0" y="247650"/>
                </a:lnTo>
                <a:lnTo>
                  <a:pt x="329720" y="123825"/>
                </a:lnTo>
                <a:close/>
              </a:path>
            </a:pathLst>
          </a:custGeom>
          <a:solidFill xmlns:a="http://schemas.openxmlformats.org/drawingml/2006/main">
            <a:srgbClr val="EF9B92"/>
          </a:solidFill>
          <a:ln xmlns:a="http://schemas.openxmlformats.org/drawingml/2006/main" w="9525">
            <a:solidFill>
              <a:srgbClr val="142238"/>
            </a:solidFill>
          </a:ln>
        </p:spPr>
      </p:sp>
      <p:sp>
        <p:nvSpPr>
          <p:cNvPr id="87" name="attB-87">
            <a:extLst xmlns:a="http://schemas.openxmlformats.org/drawingml/2006/main">
              <a:ext uri="{FF2B5EF4-FFF2-40B4-BE49-F238E27FC236}">
                <a16:creationId xmlns:a16="http://schemas.microsoft.com/office/drawing/2014/main" id="{FEE6377F-33E6-41FA-8974-E7563FA86BAB}"/>
              </a:ext>
            </a:extLst>
          </p:cNvPr>
          <p:cNvSpPr>
            <a:spLocks xmlns:a="http://schemas.openxmlformats.org/drawingml/2006/main" noGrp="1"/>
          </p:cNvSpPr>
          <p:nvPr/>
        </p:nvSpPr>
        <p:spPr>
          <a:xfrm xmlns:a="http://schemas.openxmlformats.org/drawingml/2006/main" rot="0">
            <a:off x="7223605" y="5276850"/>
            <a:ext cx="48212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0">
                <a:solidFill>
                  <a:srgbClr val="142238"/>
                </a:solidFill>
                <a:latin typeface="Arial"/>
                <a:ea typeface="Arial"/>
                <a:cs typeface="Arial"/>
              </a:defRPr>
            </a:pPr>
            <a:r>
              <a:rPr sz="1050" b="0">
                <a:solidFill>
                  <a:srgbClr val="142238"/>
                </a:solidFill>
                <a:latin typeface="Arial"/>
                <a:ea typeface="Arial"/>
                <a:cs typeface="Arial"/>
              </a:rPr>
              <a:t>attB</a:t>
            </a:r>
          </a:p>
        </p:txBody>
      </p:sp>
      <p:sp>
        <p:nvSpPr>
          <p:cNvPr id="88" name="line-88">
            <a:extLst xmlns:a="http://schemas.openxmlformats.org/drawingml/2006/main">
              <a:ext uri="{FF2B5EF4-FFF2-40B4-BE49-F238E27FC236}">
                <a16:creationId xmlns:a16="http://schemas.microsoft.com/office/drawing/2014/main" id="{369D8FA8-029A-4306-8015-7CB116D9F18A}"/>
              </a:ext>
            </a:extLst>
          </p:cNvPr>
          <p:cNvSpPr>
            <a:spLocks xmlns:a="http://schemas.openxmlformats.org/drawingml/2006/main" noGrp="1"/>
          </p:cNvSpPr>
          <p:nvPr/>
        </p:nvSpPr>
        <p:spPr>
          <a:xfrm xmlns:a="http://schemas.openxmlformats.org/drawingml/2006/main">
            <a:off x="1091720" y="4676775"/>
            <a:ext cx="6169985" cy="9525"/>
          </a:xfrm>
          <a:custGeom xmlns:a="http://schemas.openxmlformats.org/drawingml/2006/main">
            <a:pathLst>
              <a:path w="6169985" h="9525">
                <a:moveTo>
                  <a:pt x="0" y="0"/>
                </a:moveTo>
                <a:lnTo>
                  <a:pt x="6169985" y="0"/>
                </a:lnTo>
              </a:path>
            </a:pathLst>
          </a:custGeom>
          <a:noFill xmlns:a="http://schemas.openxmlformats.org/drawingml/2006/main"/>
          <a:ln xmlns:a="http://schemas.openxmlformats.org/drawingml/2006/main" w="14288">
            <a:solidFill>
              <a:srgbClr val="142238"/>
            </a:solidFill>
            <a:prstDash val="solid"/>
          </a:ln>
        </p:spPr>
      </p:sp>
      <p:sp>
        <p:nvSpPr>
          <p:cNvPr id="89" name="line-89">
            <a:extLst xmlns:a="http://schemas.openxmlformats.org/drawingml/2006/main">
              <a:ext uri="{FF2B5EF4-FFF2-40B4-BE49-F238E27FC236}">
                <a16:creationId xmlns:a16="http://schemas.microsoft.com/office/drawing/2014/main" id="{5BEE926B-D109-4F97-ABC3-029D4FFC6CB5}"/>
              </a:ext>
            </a:extLst>
          </p:cNvPr>
          <p:cNvSpPr>
            <a:spLocks xmlns:a="http://schemas.openxmlformats.org/drawingml/2006/main" noGrp="1"/>
          </p:cNvSpPr>
          <p:nvPr/>
        </p:nvSpPr>
        <p:spPr>
          <a:xfrm xmlns:a="http://schemas.openxmlformats.org/drawingml/2006/main">
            <a:off x="1091720" y="46767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4288">
            <a:solidFill>
              <a:srgbClr val="142238"/>
            </a:solidFill>
            <a:prstDash val="solid"/>
          </a:ln>
        </p:spPr>
      </p:sp>
      <p:sp>
        <p:nvSpPr>
          <p:cNvPr id="90" name="line-90">
            <a:extLst xmlns:a="http://schemas.openxmlformats.org/drawingml/2006/main">
              <a:ext uri="{FF2B5EF4-FFF2-40B4-BE49-F238E27FC236}">
                <a16:creationId xmlns:a16="http://schemas.microsoft.com/office/drawing/2014/main" id="{881A3BBC-E0BA-45AF-A6F2-25EE9A623879}"/>
              </a:ext>
            </a:extLst>
          </p:cNvPr>
          <p:cNvSpPr>
            <a:spLocks xmlns:a="http://schemas.openxmlformats.org/drawingml/2006/main" noGrp="1"/>
          </p:cNvSpPr>
          <p:nvPr/>
        </p:nvSpPr>
        <p:spPr>
          <a:xfrm xmlns:a="http://schemas.openxmlformats.org/drawingml/2006/main">
            <a:off x="7261705" y="46767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4288">
            <a:solidFill>
              <a:srgbClr val="142238"/>
            </a:solidFill>
            <a:prstDash val="solid"/>
          </a:ln>
        </p:spPr>
      </p:sp>
      <p:sp>
        <p:nvSpPr>
          <p:cNvPr id="91" name="Exchange cassette-91">
            <a:extLst xmlns:a="http://schemas.openxmlformats.org/drawingml/2006/main">
              <a:ext uri="{FF2B5EF4-FFF2-40B4-BE49-F238E27FC236}">
                <a16:creationId xmlns:a16="http://schemas.microsoft.com/office/drawing/2014/main" id="{964ACB69-00AF-4F48-822C-3DD600F31FA9}"/>
              </a:ext>
            </a:extLst>
          </p:cNvPr>
          <p:cNvSpPr>
            <a:spLocks xmlns:a="http://schemas.openxmlformats.org/drawingml/2006/main" noGrp="1"/>
          </p:cNvSpPr>
          <p:nvPr/>
        </p:nvSpPr>
        <p:spPr>
          <a:xfrm xmlns:a="http://schemas.openxmlformats.org/drawingml/2006/main" rot="0">
            <a:off x="1091720" y="4400550"/>
            <a:ext cx="616998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42238"/>
                </a:solidFill>
                <a:latin typeface="Arial"/>
                <a:ea typeface="Arial"/>
                <a:cs typeface="Arial"/>
              </a:defRPr>
            </a:pPr>
            <a:r>
              <a:rPr sz="1350" b="1">
                <a:solidFill>
                  <a:srgbClr val="142238"/>
                </a:solidFill>
                <a:latin typeface="Arial"/>
                <a:ea typeface="Arial"/>
                <a:cs typeface="Arial"/>
              </a:rPr>
              <a:t>Exchange cassette</a:t>
            </a:r>
          </a:p>
        </p:txBody>
      </p:sp>
      <p:sp>
        <p:nvSpPr>
          <p:cNvPr id="92" name="Promoterless Puro-92">
            <a:extLst xmlns:a="http://schemas.openxmlformats.org/drawingml/2006/main">
              <a:ext uri="{FF2B5EF4-FFF2-40B4-BE49-F238E27FC236}">
                <a16:creationId xmlns:a16="http://schemas.microsoft.com/office/drawing/2014/main" id="{A03C6719-6240-4C18-9FEC-1AC0EDB499D6}"/>
              </a:ext>
            </a:extLst>
          </p:cNvPr>
          <p:cNvSpPr>
            <a:spLocks xmlns:a="http://schemas.openxmlformats.org/drawingml/2006/main" noGrp="1"/>
          </p:cNvSpPr>
          <p:nvPr/>
        </p:nvSpPr>
        <p:spPr>
          <a:xfrm xmlns:a="http://schemas.openxmlformats.org/drawingml/2006/main" rot="0">
            <a:off x="714375" y="4286250"/>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1">
                <a:solidFill>
                  <a:srgbClr val="B16C13"/>
                </a:solidFill>
                <a:latin typeface="Arial"/>
                <a:ea typeface="Arial"/>
                <a:cs typeface="Arial"/>
              </a:defRPr>
            </a:pPr>
            <a:r>
              <a:rPr sz="1350" b="1">
                <a:solidFill>
                  <a:srgbClr val="B16C13"/>
                </a:solidFill>
                <a:latin typeface="Arial"/>
                <a:ea typeface="Arial"/>
                <a:cs typeface="Arial"/>
              </a:rPr>
              <a:t>Promoterless Puro</a:t>
            </a:r>
          </a:p>
        </p:txBody>
      </p:sp>
      <p:sp>
        <p:nvSpPr>
          <p:cNvPr id="93" name="line-93">
            <a:extLst xmlns:a="http://schemas.openxmlformats.org/drawingml/2006/main">
              <a:ext uri="{FF2B5EF4-FFF2-40B4-BE49-F238E27FC236}">
                <a16:creationId xmlns:a16="http://schemas.microsoft.com/office/drawing/2014/main" id="{4A4379E3-B1E0-4B2F-9AEF-99EB0F87073F}"/>
              </a:ext>
            </a:extLst>
          </p:cNvPr>
          <p:cNvSpPr>
            <a:spLocks xmlns:a="http://schemas.openxmlformats.org/drawingml/2006/main" noGrp="1"/>
          </p:cNvSpPr>
          <p:nvPr/>
        </p:nvSpPr>
        <p:spPr>
          <a:xfrm xmlns:a="http://schemas.openxmlformats.org/drawingml/2006/main">
            <a:off x="3514725" y="340042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21908">
            <a:solidFill>
              <a:srgbClr val="142238"/>
            </a:solidFill>
            <a:prstDash val="solid"/>
          </a:ln>
        </p:spPr>
      </p:sp>
      <p:sp>
        <p:nvSpPr>
          <p:cNvPr id="94" name="arrowhead-94">
            <a:extLst xmlns:a="http://schemas.openxmlformats.org/drawingml/2006/main">
              <a:ext uri="{FF2B5EF4-FFF2-40B4-BE49-F238E27FC236}">
                <a16:creationId xmlns:a16="http://schemas.microsoft.com/office/drawing/2014/main" id="{E33389AF-1440-4DC4-B6EE-4433AB2A3E59}"/>
              </a:ext>
            </a:extLst>
          </p:cNvPr>
          <p:cNvSpPr>
            <a:spLocks xmlns:a="http://schemas.openxmlformats.org/drawingml/2006/main" noGrp="1"/>
          </p:cNvSpPr>
          <p:nvPr/>
        </p:nvSpPr>
        <p:spPr>
          <a:xfrm xmlns:a="http://schemas.openxmlformats.org/drawingml/2006/main">
            <a:off x="3473626" y="3877644"/>
            <a:ext cx="82198" cy="75231"/>
          </a:xfrm>
          <a:custGeom xmlns:a="http://schemas.openxmlformats.org/drawingml/2006/main">
            <a:pathLst>
              <a:path w="82198" h="75231">
                <a:moveTo>
                  <a:pt x="41099" y="75231"/>
                </a:moveTo>
                <a:lnTo>
                  <a:pt x="0" y="0"/>
                </a:lnTo>
                <a:lnTo>
                  <a:pt x="82198" y="0"/>
                </a:lnTo>
                <a:close/>
              </a:path>
            </a:pathLst>
          </a:custGeom>
          <a:solidFill xmlns:a="http://schemas.openxmlformats.org/drawingml/2006/main">
            <a:srgbClr val="142238"/>
          </a:solidFill>
          <a:ln xmlns:a="http://schemas.openxmlformats.org/drawingml/2006/main" w="0">
            <a:solidFill>
              <a:srgbClr val="142238"/>
            </a:solidFill>
          </a:ln>
        </p:spPr>
      </p:sp>
      <p:sp>
        <p:nvSpPr>
          <p:cNvPr id="95" name="+-95">
            <a:extLst xmlns:a="http://schemas.openxmlformats.org/drawingml/2006/main">
              <a:ext uri="{FF2B5EF4-FFF2-40B4-BE49-F238E27FC236}">
                <a16:creationId xmlns:a16="http://schemas.microsoft.com/office/drawing/2014/main" id="{594C32F2-0002-43DE-BBF1-C9D24C241973}"/>
              </a:ext>
            </a:extLst>
          </p:cNvPr>
          <p:cNvSpPr>
            <a:spLocks xmlns:a="http://schemas.openxmlformats.org/drawingml/2006/main" noGrp="1"/>
          </p:cNvSpPr>
          <p:nvPr/>
        </p:nvSpPr>
        <p:spPr>
          <a:xfrm xmlns:a="http://schemas.openxmlformats.org/drawingml/2006/main" rot="0">
            <a:off x="4362450" y="3362325"/>
            <a:ext cx="342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75" b="0">
                <a:solidFill>
                  <a:srgbClr val="6F7B8E"/>
                </a:solidFill>
                <a:latin typeface="Arial"/>
                <a:ea typeface="Arial"/>
                <a:cs typeface="Arial"/>
              </a:defRPr>
            </a:pPr>
            <a:r>
              <a:rPr sz="2775" b="0">
                <a:solidFill>
                  <a:srgbClr val="6F7B8E"/>
                </a:solidFill>
                <a:latin typeface="Arial"/>
                <a:ea typeface="Arial"/>
                <a:cs typeface="Arial"/>
              </a:rPr>
              <a:t>+</a:t>
            </a:r>
          </a:p>
        </p:txBody>
      </p:sp>
      <p:sp>
        <p:nvSpPr>
          <p:cNvPr id="96" name="line-96">
            <a:extLst xmlns:a="http://schemas.openxmlformats.org/drawingml/2006/main">
              <a:ext uri="{FF2B5EF4-FFF2-40B4-BE49-F238E27FC236}">
                <a16:creationId xmlns:a16="http://schemas.microsoft.com/office/drawing/2014/main" id="{3DB0FED4-F018-41AA-AEA6-D9DD573D3EB2}"/>
              </a:ext>
            </a:extLst>
          </p:cNvPr>
          <p:cNvSpPr>
            <a:spLocks xmlns:a="http://schemas.openxmlformats.org/drawingml/2006/main" noGrp="1"/>
          </p:cNvSpPr>
          <p:nvPr/>
        </p:nvSpPr>
        <p:spPr>
          <a:xfrm xmlns:a="http://schemas.openxmlformats.org/drawingml/2006/main">
            <a:off x="4181475" y="5629275"/>
            <a:ext cx="9525" cy="457200"/>
          </a:xfrm>
          <a:custGeom xmlns:a="http://schemas.openxmlformats.org/drawingml/2006/main">
            <a:pathLst>
              <a:path w="9525" h="457200">
                <a:moveTo>
                  <a:pt x="0" y="0"/>
                </a:moveTo>
                <a:lnTo>
                  <a:pt x="0" y="457200"/>
                </a:lnTo>
              </a:path>
            </a:pathLst>
          </a:custGeom>
          <a:noFill xmlns:a="http://schemas.openxmlformats.org/drawingml/2006/main"/>
          <a:ln xmlns:a="http://schemas.openxmlformats.org/drawingml/2006/main" w="28575">
            <a:solidFill>
              <a:srgbClr val="142238"/>
            </a:solidFill>
            <a:prstDash val="solid"/>
          </a:ln>
        </p:spPr>
      </p:sp>
      <p:sp>
        <p:nvSpPr>
          <p:cNvPr id="97" name="arrowhead-97">
            <a:extLst xmlns:a="http://schemas.openxmlformats.org/drawingml/2006/main">
              <a:ext uri="{FF2B5EF4-FFF2-40B4-BE49-F238E27FC236}">
                <a16:creationId xmlns:a16="http://schemas.microsoft.com/office/drawing/2014/main" id="{BA98B3D3-75E2-4F23-8387-CFB24C847A49}"/>
              </a:ext>
            </a:extLst>
          </p:cNvPr>
          <p:cNvSpPr>
            <a:spLocks xmlns:a="http://schemas.openxmlformats.org/drawingml/2006/main" noGrp="1"/>
          </p:cNvSpPr>
          <p:nvPr/>
        </p:nvSpPr>
        <p:spPr>
          <a:xfrm xmlns:a="http://schemas.openxmlformats.org/drawingml/2006/main">
            <a:off x="4140376" y="6011244"/>
            <a:ext cx="82198" cy="75231"/>
          </a:xfrm>
          <a:custGeom xmlns:a="http://schemas.openxmlformats.org/drawingml/2006/main">
            <a:pathLst>
              <a:path w="82198" h="75231">
                <a:moveTo>
                  <a:pt x="41099" y="75231"/>
                </a:moveTo>
                <a:lnTo>
                  <a:pt x="0" y="0"/>
                </a:lnTo>
                <a:lnTo>
                  <a:pt x="82198" y="0"/>
                </a:lnTo>
                <a:close/>
              </a:path>
            </a:pathLst>
          </a:custGeom>
          <a:solidFill xmlns:a="http://schemas.openxmlformats.org/drawingml/2006/main">
            <a:srgbClr val="142238"/>
          </a:solidFill>
          <a:ln xmlns:a="http://schemas.openxmlformats.org/drawingml/2006/main" w="0">
            <a:solidFill>
              <a:srgbClr val="142238"/>
            </a:solidFill>
          </a:ln>
        </p:spPr>
      </p:sp>
      <p:sp>
        <p:nvSpPr>
          <p:cNvPr id="98" name="Bxb1 / eBxb1 RMCE-98">
            <a:extLst xmlns:a="http://schemas.openxmlformats.org/drawingml/2006/main">
              <a:ext uri="{FF2B5EF4-FFF2-40B4-BE49-F238E27FC236}">
                <a16:creationId xmlns:a16="http://schemas.microsoft.com/office/drawing/2014/main" id="{E57EBD04-985C-4118-9B9B-4625F6AD4DA4}"/>
              </a:ext>
            </a:extLst>
          </p:cNvPr>
          <p:cNvSpPr>
            <a:spLocks xmlns:a="http://schemas.openxmlformats.org/drawingml/2006/main" noGrp="1"/>
          </p:cNvSpPr>
          <p:nvPr/>
        </p:nvSpPr>
        <p:spPr>
          <a:xfrm xmlns:a="http://schemas.openxmlformats.org/drawingml/2006/main" rot="0">
            <a:off x="4467225" y="5676900"/>
            <a:ext cx="31718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42238"/>
                </a:solidFill>
                <a:latin typeface="Arial"/>
                <a:ea typeface="Arial"/>
                <a:cs typeface="Arial"/>
              </a:defRPr>
            </a:pPr>
            <a:r>
              <a:rPr sz="1725" b="1">
                <a:solidFill>
                  <a:srgbClr val="142238"/>
                </a:solidFill>
                <a:latin typeface="Arial"/>
                <a:ea typeface="Arial"/>
                <a:cs typeface="Arial"/>
              </a:rPr>
              <a:t>Bxb1 / eBxb1 RMCE</a:t>
            </a:r>
          </a:p>
        </p:txBody>
      </p:sp>
      <p:sp>
        <p:nvSpPr>
          <p:cNvPr id="99" name="Chromosome chromatid-99">
            <a:extLst xmlns:a="http://schemas.openxmlformats.org/drawingml/2006/main">
              <a:ext uri="{FF2B5EF4-FFF2-40B4-BE49-F238E27FC236}">
                <a16:creationId xmlns:a16="http://schemas.microsoft.com/office/drawing/2014/main" id="{BA12AE26-794D-41DE-B766-FC8678697CA1}"/>
              </a:ext>
            </a:extLst>
          </p:cNvPr>
          <p:cNvSpPr>
            <a:spLocks xmlns:a="http://schemas.openxmlformats.org/drawingml/2006/main" noGrp="1"/>
          </p:cNvSpPr>
          <p:nvPr/>
        </p:nvSpPr>
        <p:spPr>
          <a:xfrm xmlns:a="http://schemas.openxmlformats.org/drawingml/2006/main" rot="-1620000">
            <a:off x="500063" y="6448425"/>
            <a:ext cx="137160" cy="857250"/>
          </a:xfrm>
          <a:prstGeom xmlns:a="http://schemas.openxmlformats.org/drawingml/2006/main" prst="roundRect">
            <a:avLst>
              <a:gd name="adj" fmla="val 50000"/>
            </a:avLst>
          </a:prstGeom>
          <a:solidFill xmlns:a="http://schemas.openxmlformats.org/drawingml/2006/main">
            <a:srgbClr val="D7DBE1"/>
          </a:solidFill>
          <a:ln xmlns:a="http://schemas.openxmlformats.org/drawingml/2006/main" w="19050">
            <a:solidFill>
              <a:srgbClr val="939BA6"/>
            </a:solidFill>
            <a:prstDash val="solid"/>
          </a:ln>
        </p:spPr>
      </p:sp>
      <p:sp>
        <p:nvSpPr>
          <p:cNvPr id="100" name="Chromosome chromatid-100">
            <a:extLst xmlns:a="http://schemas.openxmlformats.org/drawingml/2006/main">
              <a:ext uri="{FF2B5EF4-FFF2-40B4-BE49-F238E27FC236}">
                <a16:creationId xmlns:a16="http://schemas.microsoft.com/office/drawing/2014/main" id="{CAD3C162-7B67-431D-B821-9CDBB8A45A4C}"/>
              </a:ext>
            </a:extLst>
          </p:cNvPr>
          <p:cNvSpPr>
            <a:spLocks xmlns:a="http://schemas.openxmlformats.org/drawingml/2006/main" noGrp="1"/>
          </p:cNvSpPr>
          <p:nvPr/>
        </p:nvSpPr>
        <p:spPr>
          <a:xfrm xmlns:a="http://schemas.openxmlformats.org/drawingml/2006/main" rot="1620000">
            <a:off x="500063" y="6448425"/>
            <a:ext cx="137160" cy="857250"/>
          </a:xfrm>
          <a:prstGeom xmlns:a="http://schemas.openxmlformats.org/drawingml/2006/main" prst="roundRect">
            <a:avLst>
              <a:gd name="adj" fmla="val 50000"/>
            </a:avLst>
          </a:prstGeom>
          <a:solidFill xmlns:a="http://schemas.openxmlformats.org/drawingml/2006/main">
            <a:srgbClr val="D7DBE1"/>
          </a:solidFill>
          <a:ln xmlns:a="http://schemas.openxmlformats.org/drawingml/2006/main" w="19050">
            <a:solidFill>
              <a:srgbClr val="939BA6"/>
            </a:solidFill>
            <a:prstDash val="solid"/>
          </a:ln>
        </p:spPr>
      </p:sp>
      <p:sp>
        <p:nvSpPr>
          <p:cNvPr id="101" name="ROSA26 locus-101">
            <a:extLst xmlns:a="http://schemas.openxmlformats.org/drawingml/2006/main">
              <a:ext uri="{FF2B5EF4-FFF2-40B4-BE49-F238E27FC236}">
                <a16:creationId xmlns:a16="http://schemas.microsoft.com/office/drawing/2014/main" id="{ABA09199-C039-4A62-AAC4-30CF3E5364E1}"/>
              </a:ext>
            </a:extLst>
          </p:cNvPr>
          <p:cNvSpPr>
            <a:spLocks xmlns:a="http://schemas.openxmlformats.org/drawingml/2006/main" noGrp="1"/>
          </p:cNvSpPr>
          <p:nvPr/>
        </p:nvSpPr>
        <p:spPr>
          <a:xfrm xmlns:a="http://schemas.openxmlformats.org/drawingml/2006/main" rot="0">
            <a:off x="508635" y="6877050"/>
            <a:ext cx="102870" cy="68580"/>
          </a:xfrm>
          <a:prstGeom xmlns:a="http://schemas.openxmlformats.org/drawingml/2006/main" prst="ellipse">
            <a:avLst/>
          </a:prstGeom>
          <a:solidFill xmlns:a="http://schemas.openxmlformats.org/drawingml/2006/main">
            <a:srgbClr val="6CB5E6"/>
          </a:solidFill>
          <a:ln xmlns:a="http://schemas.openxmlformats.org/drawingml/2006/main" w="0">
            <a:noFill/>
            <a:prstDash val="solid"/>
          </a:ln>
        </p:spPr>
      </p:sp>
      <p:sp>
        <p:nvSpPr>
          <p:cNvPr id="102" name="Host&#10;chromosome-102">
            <a:extLst xmlns:a="http://schemas.openxmlformats.org/drawingml/2006/main">
              <a:ext uri="{FF2B5EF4-FFF2-40B4-BE49-F238E27FC236}">
                <a16:creationId xmlns:a16="http://schemas.microsoft.com/office/drawing/2014/main" id="{51B8EB7A-50A6-4A08-ABF0-840FDDAF0520}"/>
              </a:ext>
            </a:extLst>
          </p:cNvPr>
          <p:cNvSpPr>
            <a:spLocks xmlns:a="http://schemas.openxmlformats.org/drawingml/2006/main" noGrp="1"/>
          </p:cNvSpPr>
          <p:nvPr/>
        </p:nvSpPr>
        <p:spPr>
          <a:xfrm xmlns:a="http://schemas.openxmlformats.org/drawingml/2006/main" rot="0">
            <a:off x="809625" y="6248400"/>
            <a:ext cx="1238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142238"/>
                </a:solidFill>
                <a:latin typeface="Arial"/>
                <a:ea typeface="Arial"/>
                <a:cs typeface="Arial"/>
              </a:defRPr>
            </a:pPr>
            <a:r>
              <a:rPr sz="1350" b="0">
                <a:solidFill>
                  <a:srgbClr val="142238"/>
                </a:solidFill>
                <a:latin typeface="Arial"/>
                <a:ea typeface="Arial"/>
                <a:cs typeface="Arial"/>
              </a:rPr>
              <a:t>Host</a:t>
            </a:r>
          </a:p>
          <a:p xmlns:a="http://schemas.openxmlformats.org/drawingml/2006/main">
            <a:pPr algn="l">
              <a:defRPr sz="1350" b="0">
                <a:solidFill>
                  <a:srgbClr val="142238"/>
                </a:solidFill>
                <a:latin typeface="Arial"/>
                <a:ea typeface="Arial"/>
                <a:cs typeface="Arial"/>
              </a:defRPr>
            </a:pPr>
            <a:r>
              <a:rPr sz="1350" b="0">
                <a:solidFill>
                  <a:srgbClr val="142238"/>
                </a:solidFill>
                <a:latin typeface="Arial"/>
                <a:ea typeface="Arial"/>
                <a:cs typeface="Arial"/>
              </a:rPr>
              <a:t>chromosome</a:t>
            </a:r>
          </a:p>
        </p:txBody>
      </p:sp>
      <p:sp>
        <p:nvSpPr>
          <p:cNvPr id="103" name="After cassette exchange-103">
            <a:extLst xmlns:a="http://schemas.openxmlformats.org/drawingml/2006/main">
              <a:ext uri="{FF2B5EF4-FFF2-40B4-BE49-F238E27FC236}">
                <a16:creationId xmlns:a16="http://schemas.microsoft.com/office/drawing/2014/main" id="{B0E438A4-9806-4822-9585-5266BCE90A7E}"/>
              </a:ext>
            </a:extLst>
          </p:cNvPr>
          <p:cNvSpPr>
            <a:spLocks xmlns:a="http://schemas.openxmlformats.org/drawingml/2006/main" noGrp="1"/>
          </p:cNvSpPr>
          <p:nvPr/>
        </p:nvSpPr>
        <p:spPr>
          <a:xfrm xmlns:a="http://schemas.openxmlformats.org/drawingml/2006/main" rot="0">
            <a:off x="2028825" y="62484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42238"/>
                </a:solidFill>
                <a:latin typeface="Arial"/>
                <a:ea typeface="Arial"/>
                <a:cs typeface="Arial"/>
              </a:defRPr>
            </a:pPr>
            <a:r>
              <a:rPr sz="1725" b="1">
                <a:solidFill>
                  <a:srgbClr val="142238"/>
                </a:solidFill>
                <a:latin typeface="Arial"/>
                <a:ea typeface="Arial"/>
                <a:cs typeface="Arial"/>
              </a:rPr>
              <a:t>After cassette exchange</a:t>
            </a:r>
          </a:p>
        </p:txBody>
      </p:sp>
      <p:sp>
        <p:nvSpPr>
          <p:cNvPr id="104" name="line-104">
            <a:extLst xmlns:a="http://schemas.openxmlformats.org/drawingml/2006/main">
              <a:ext uri="{FF2B5EF4-FFF2-40B4-BE49-F238E27FC236}">
                <a16:creationId xmlns:a16="http://schemas.microsoft.com/office/drawing/2014/main" id="{D0C1623C-0884-467A-81CF-604DA98B24FB}"/>
              </a:ext>
            </a:extLst>
          </p:cNvPr>
          <p:cNvSpPr>
            <a:spLocks xmlns:a="http://schemas.openxmlformats.org/drawingml/2006/main" noGrp="1"/>
          </p:cNvSpPr>
          <p:nvPr/>
        </p:nvSpPr>
        <p:spPr>
          <a:xfrm xmlns:a="http://schemas.openxmlformats.org/drawingml/2006/main">
            <a:off x="895350" y="6972300"/>
            <a:ext cx="819150" cy="57150"/>
          </a:xfrm>
          <a:custGeom xmlns:a="http://schemas.openxmlformats.org/drawingml/2006/main">
            <a:pathLst>
              <a:path w="819150" h="57150">
                <a:moveTo>
                  <a:pt x="0" y="57150"/>
                </a:moveTo>
                <a:lnTo>
                  <a:pt x="819150" y="0"/>
                </a:lnTo>
              </a:path>
            </a:pathLst>
          </a:custGeom>
          <a:noFill xmlns:a="http://schemas.openxmlformats.org/drawingml/2006/main"/>
          <a:ln xmlns:a="http://schemas.openxmlformats.org/drawingml/2006/main" w="11430">
            <a:solidFill>
              <a:srgbClr val="8F99A7"/>
            </a:solidFill>
            <a:prstDash val="solid"/>
          </a:ln>
        </p:spPr>
      </p:sp>
      <p:sp>
        <p:nvSpPr>
          <p:cNvPr id="105" name="line-105">
            <a:extLst xmlns:a="http://schemas.openxmlformats.org/drawingml/2006/main">
              <a:ext uri="{FF2B5EF4-FFF2-40B4-BE49-F238E27FC236}">
                <a16:creationId xmlns:a16="http://schemas.microsoft.com/office/drawing/2014/main" id="{B74BD482-224A-48C3-B25F-5FAFEAE062A0}"/>
              </a:ext>
            </a:extLst>
          </p:cNvPr>
          <p:cNvSpPr>
            <a:spLocks xmlns:a="http://schemas.openxmlformats.org/drawingml/2006/main" noGrp="1"/>
          </p:cNvSpPr>
          <p:nvPr/>
        </p:nvSpPr>
        <p:spPr>
          <a:xfrm xmlns:a="http://schemas.openxmlformats.org/drawingml/2006/main">
            <a:off x="1314450" y="7000875"/>
            <a:ext cx="6581775" cy="9525"/>
          </a:xfrm>
          <a:custGeom xmlns:a="http://schemas.openxmlformats.org/drawingml/2006/main">
            <a:pathLst>
              <a:path w="6581775" h="9525">
                <a:moveTo>
                  <a:pt x="0" y="0"/>
                </a:moveTo>
                <a:lnTo>
                  <a:pt x="6581775" y="0"/>
                </a:lnTo>
              </a:path>
            </a:pathLst>
          </a:custGeom>
          <a:noFill xmlns:a="http://schemas.openxmlformats.org/drawingml/2006/main"/>
          <a:ln xmlns:a="http://schemas.openxmlformats.org/drawingml/2006/main" w="19050">
            <a:solidFill>
              <a:srgbClr val="142238"/>
            </a:solidFill>
            <a:prstDash val="solid"/>
          </a:ln>
        </p:spPr>
      </p:sp>
      <p:sp>
        <p:nvSpPr>
          <p:cNvPr id="106" name="EF1α-106">
            <a:extLst xmlns:a="http://schemas.openxmlformats.org/drawingml/2006/main">
              <a:ext uri="{FF2B5EF4-FFF2-40B4-BE49-F238E27FC236}">
                <a16:creationId xmlns:a16="http://schemas.microsoft.com/office/drawing/2014/main" id="{26680B74-D8FC-478B-AEF2-E14697EC93B0}"/>
              </a:ext>
            </a:extLst>
          </p:cNvPr>
          <p:cNvSpPr>
            <a:spLocks xmlns:a="http://schemas.openxmlformats.org/drawingml/2006/main" noGrp="1"/>
          </p:cNvSpPr>
          <p:nvPr/>
        </p:nvSpPr>
        <p:spPr>
          <a:xfrm xmlns:a="http://schemas.openxmlformats.org/drawingml/2006/main" rot="0">
            <a:off x="1619250" y="6829425"/>
            <a:ext cx="701970" cy="342900"/>
          </a:xfrm>
          <a:prstGeom xmlns:a="http://schemas.openxmlformats.org/drawingml/2006/main" prst="rect">
            <a:avLst/>
          </a:prstGeom>
          <a:solidFill xmlns:a="http://schemas.openxmlformats.org/drawingml/2006/main">
            <a:srgbClr val="6CB5E6"/>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EF1α</a:t>
            </a:r>
          </a:p>
        </p:txBody>
      </p:sp>
      <p:sp>
        <p:nvSpPr>
          <p:cNvPr id="107" name="J-107">
            <a:extLst xmlns:a="http://schemas.openxmlformats.org/drawingml/2006/main">
              <a:ext uri="{FF2B5EF4-FFF2-40B4-BE49-F238E27FC236}">
                <a16:creationId xmlns:a16="http://schemas.microsoft.com/office/drawing/2014/main" id="{A52398F3-6BCE-43D2-A02C-93E984DDB64A}"/>
              </a:ext>
            </a:extLst>
          </p:cNvPr>
          <p:cNvSpPr>
            <a:spLocks xmlns:a="http://schemas.openxmlformats.org/drawingml/2006/main" noGrp="1"/>
          </p:cNvSpPr>
          <p:nvPr/>
        </p:nvSpPr>
        <p:spPr>
          <a:xfrm xmlns:a="http://schemas.openxmlformats.org/drawingml/2006/main" rot="0">
            <a:off x="2340270" y="6829425"/>
            <a:ext cx="230030" cy="342900"/>
          </a:xfrm>
          <a:prstGeom xmlns:a="http://schemas.openxmlformats.org/drawingml/2006/main" prst="rect">
            <a:avLst/>
          </a:prstGeom>
          <a:solidFill xmlns:a="http://schemas.openxmlformats.org/drawingml/2006/main">
            <a:srgbClr val="FBE7B5"/>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J</a:t>
            </a:r>
          </a:p>
        </p:txBody>
      </p:sp>
      <p:sp>
        <p:nvSpPr>
          <p:cNvPr id="108" name="Puro-108">
            <a:extLst xmlns:a="http://schemas.openxmlformats.org/drawingml/2006/main">
              <a:ext uri="{FF2B5EF4-FFF2-40B4-BE49-F238E27FC236}">
                <a16:creationId xmlns:a16="http://schemas.microsoft.com/office/drawing/2014/main" id="{93E5DDBF-897D-44C6-B4BD-C436AB0A9BBD}"/>
              </a:ext>
            </a:extLst>
          </p:cNvPr>
          <p:cNvSpPr>
            <a:spLocks xmlns:a="http://schemas.openxmlformats.org/drawingml/2006/main" noGrp="1"/>
          </p:cNvSpPr>
          <p:nvPr/>
        </p:nvSpPr>
        <p:spPr>
          <a:xfrm xmlns:a="http://schemas.openxmlformats.org/drawingml/2006/main" rot="0">
            <a:off x="2589350" y="6829425"/>
            <a:ext cx="767518" cy="342900"/>
          </a:xfrm>
          <a:prstGeom xmlns:a="http://schemas.openxmlformats.org/drawingml/2006/main" prst="rect">
            <a:avLst/>
          </a:prstGeom>
          <a:solidFill xmlns:a="http://schemas.openxmlformats.org/drawingml/2006/main">
            <a:srgbClr val="F4B153"/>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Puro</a:t>
            </a:r>
          </a:p>
        </p:txBody>
      </p:sp>
      <p:sp>
        <p:nvSpPr>
          <p:cNvPr id="109" name="pA-109">
            <a:extLst xmlns:a="http://schemas.openxmlformats.org/drawingml/2006/main">
              <a:ext uri="{FF2B5EF4-FFF2-40B4-BE49-F238E27FC236}">
                <a16:creationId xmlns:a16="http://schemas.microsoft.com/office/drawing/2014/main" id="{29E3722F-47B7-4BAD-9A6B-F39897884196}"/>
              </a:ext>
            </a:extLst>
          </p:cNvPr>
          <p:cNvSpPr>
            <a:spLocks xmlns:a="http://schemas.openxmlformats.org/drawingml/2006/main" noGrp="1"/>
          </p:cNvSpPr>
          <p:nvPr/>
        </p:nvSpPr>
        <p:spPr>
          <a:xfrm xmlns:a="http://schemas.openxmlformats.org/drawingml/2006/main" rot="0">
            <a:off x="3375918" y="6829425"/>
            <a:ext cx="407007"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pA</a:t>
            </a:r>
          </a:p>
        </p:txBody>
      </p:sp>
      <p:sp>
        <p:nvSpPr>
          <p:cNvPr id="110" name="Enh-110">
            <a:extLst xmlns:a="http://schemas.openxmlformats.org/drawingml/2006/main">
              <a:ext uri="{FF2B5EF4-FFF2-40B4-BE49-F238E27FC236}">
                <a16:creationId xmlns:a16="http://schemas.microsoft.com/office/drawing/2014/main" id="{5D769F4B-69B4-407C-A206-AA1F5C74BBE6}"/>
              </a:ext>
            </a:extLst>
          </p:cNvPr>
          <p:cNvSpPr>
            <a:spLocks xmlns:a="http://schemas.openxmlformats.org/drawingml/2006/main" noGrp="1"/>
          </p:cNvSpPr>
          <p:nvPr/>
        </p:nvSpPr>
        <p:spPr>
          <a:xfrm xmlns:a="http://schemas.openxmlformats.org/drawingml/2006/main" rot="0">
            <a:off x="3801975" y="6829425"/>
            <a:ext cx="472555" cy="342900"/>
          </a:xfrm>
          <a:prstGeom xmlns:a="http://schemas.openxmlformats.org/drawingml/2006/main" prst="rect">
            <a:avLst/>
          </a:prstGeom>
          <a:solidFill xmlns:a="http://schemas.openxmlformats.org/drawingml/2006/main">
            <a:srgbClr val="A9D7F4"/>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Enh</a:t>
            </a:r>
          </a:p>
        </p:txBody>
      </p:sp>
      <p:sp>
        <p:nvSpPr>
          <p:cNvPr id="111" name="CoreP-111">
            <a:extLst xmlns:a="http://schemas.openxmlformats.org/drawingml/2006/main">
              <a:ext uri="{FF2B5EF4-FFF2-40B4-BE49-F238E27FC236}">
                <a16:creationId xmlns:a16="http://schemas.microsoft.com/office/drawing/2014/main" id="{58236E71-AB71-47B3-81FD-AE068B6C505D}"/>
              </a:ext>
            </a:extLst>
          </p:cNvPr>
          <p:cNvSpPr>
            <a:spLocks xmlns:a="http://schemas.openxmlformats.org/drawingml/2006/main" noGrp="1"/>
          </p:cNvSpPr>
          <p:nvPr/>
        </p:nvSpPr>
        <p:spPr>
          <a:xfrm xmlns:a="http://schemas.openxmlformats.org/drawingml/2006/main" rot="0">
            <a:off x="4293580" y="6829425"/>
            <a:ext cx="636423" cy="342900"/>
          </a:xfrm>
          <a:prstGeom xmlns:a="http://schemas.openxmlformats.org/drawingml/2006/main" prst="rect">
            <a:avLst/>
          </a:prstGeom>
          <a:solidFill xmlns:a="http://schemas.openxmlformats.org/drawingml/2006/main">
            <a:srgbClr val="6CB5E6"/>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CoreP</a:t>
            </a:r>
          </a:p>
        </p:txBody>
      </p:sp>
      <p:sp>
        <p:nvSpPr>
          <p:cNvPr id="112" name="5′UTR-112">
            <a:extLst xmlns:a="http://schemas.openxmlformats.org/drawingml/2006/main">
              <a:ext uri="{FF2B5EF4-FFF2-40B4-BE49-F238E27FC236}">
                <a16:creationId xmlns:a16="http://schemas.microsoft.com/office/drawing/2014/main" id="{BE4379BD-C272-41FA-BC1F-54403D172E1D}"/>
              </a:ext>
            </a:extLst>
          </p:cNvPr>
          <p:cNvSpPr>
            <a:spLocks xmlns:a="http://schemas.openxmlformats.org/drawingml/2006/main" noGrp="1"/>
          </p:cNvSpPr>
          <p:nvPr/>
        </p:nvSpPr>
        <p:spPr>
          <a:xfrm xmlns:a="http://schemas.openxmlformats.org/drawingml/2006/main" rot="0">
            <a:off x="4949053" y="6829425"/>
            <a:ext cx="636423" cy="342900"/>
          </a:xfrm>
          <a:prstGeom xmlns:a="http://schemas.openxmlformats.org/drawingml/2006/main" prst="rect">
            <a:avLst/>
          </a:prstGeom>
          <a:solidFill xmlns:a="http://schemas.openxmlformats.org/drawingml/2006/main">
            <a:srgbClr val="BE9BE5"/>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5′UTR</a:t>
            </a:r>
          </a:p>
        </p:txBody>
      </p:sp>
      <p:sp>
        <p:nvSpPr>
          <p:cNvPr id="113" name="Intron-113">
            <a:extLst xmlns:a="http://schemas.openxmlformats.org/drawingml/2006/main">
              <a:ext uri="{FF2B5EF4-FFF2-40B4-BE49-F238E27FC236}">
                <a16:creationId xmlns:a16="http://schemas.microsoft.com/office/drawing/2014/main" id="{F01C2CE3-A73D-4AB8-B4ED-EFC95C492BC6}"/>
              </a:ext>
            </a:extLst>
          </p:cNvPr>
          <p:cNvSpPr>
            <a:spLocks xmlns:a="http://schemas.openxmlformats.org/drawingml/2006/main" noGrp="1"/>
          </p:cNvSpPr>
          <p:nvPr/>
        </p:nvSpPr>
        <p:spPr>
          <a:xfrm xmlns:a="http://schemas.openxmlformats.org/drawingml/2006/main" rot="0">
            <a:off x="5604526" y="6829425"/>
            <a:ext cx="603649"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Intron</a:t>
            </a:r>
          </a:p>
        </p:txBody>
      </p:sp>
      <p:sp>
        <p:nvSpPr>
          <p:cNvPr id="114" name="mCherry-114">
            <a:extLst xmlns:a="http://schemas.openxmlformats.org/drawingml/2006/main">
              <a:ext uri="{FF2B5EF4-FFF2-40B4-BE49-F238E27FC236}">
                <a16:creationId xmlns:a16="http://schemas.microsoft.com/office/drawing/2014/main" id="{5F8BB8F9-267E-4960-B48A-B415D848BE86}"/>
              </a:ext>
            </a:extLst>
          </p:cNvPr>
          <p:cNvSpPr>
            <a:spLocks xmlns:a="http://schemas.openxmlformats.org/drawingml/2006/main" noGrp="1"/>
          </p:cNvSpPr>
          <p:nvPr/>
        </p:nvSpPr>
        <p:spPr>
          <a:xfrm xmlns:a="http://schemas.openxmlformats.org/drawingml/2006/main" rot="0">
            <a:off x="6227226" y="6829425"/>
            <a:ext cx="898612" cy="342900"/>
          </a:xfrm>
          <a:prstGeom xmlns:a="http://schemas.openxmlformats.org/drawingml/2006/main" prst="rect">
            <a:avLst/>
          </a:prstGeom>
          <a:solidFill xmlns:a="http://schemas.openxmlformats.org/drawingml/2006/main">
            <a:srgbClr val="E851BA"/>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mCherry</a:t>
            </a:r>
          </a:p>
        </p:txBody>
      </p:sp>
      <p:sp>
        <p:nvSpPr>
          <p:cNvPr id="115" name="pA-115">
            <a:extLst xmlns:a="http://schemas.openxmlformats.org/drawingml/2006/main">
              <a:ext uri="{FF2B5EF4-FFF2-40B4-BE49-F238E27FC236}">
                <a16:creationId xmlns:a16="http://schemas.microsoft.com/office/drawing/2014/main" id="{2150967E-781E-4CEF-9D40-F7839A6CA62D}"/>
              </a:ext>
            </a:extLst>
          </p:cNvPr>
          <p:cNvSpPr>
            <a:spLocks xmlns:a="http://schemas.openxmlformats.org/drawingml/2006/main" noGrp="1"/>
          </p:cNvSpPr>
          <p:nvPr/>
        </p:nvSpPr>
        <p:spPr>
          <a:xfrm xmlns:a="http://schemas.openxmlformats.org/drawingml/2006/main" rot="0">
            <a:off x="7144888" y="6829425"/>
            <a:ext cx="407007"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pA</a:t>
            </a:r>
          </a:p>
        </p:txBody>
      </p:sp>
      <p:sp>
        <p:nvSpPr>
          <p:cNvPr id="116" name="J-116">
            <a:extLst xmlns:a="http://schemas.openxmlformats.org/drawingml/2006/main">
              <a:ext uri="{FF2B5EF4-FFF2-40B4-BE49-F238E27FC236}">
                <a16:creationId xmlns:a16="http://schemas.microsoft.com/office/drawing/2014/main" id="{44A06013-D61C-40B8-8C1F-0A1769AE8528}"/>
              </a:ext>
            </a:extLst>
          </p:cNvPr>
          <p:cNvSpPr>
            <a:spLocks xmlns:a="http://schemas.openxmlformats.org/drawingml/2006/main" noGrp="1"/>
          </p:cNvSpPr>
          <p:nvPr/>
        </p:nvSpPr>
        <p:spPr>
          <a:xfrm xmlns:a="http://schemas.openxmlformats.org/drawingml/2006/main" rot="0">
            <a:off x="7570945" y="6829425"/>
            <a:ext cx="230030" cy="342900"/>
          </a:xfrm>
          <a:prstGeom xmlns:a="http://schemas.openxmlformats.org/drawingml/2006/main" prst="rect">
            <a:avLst/>
          </a:prstGeom>
          <a:solidFill xmlns:a="http://schemas.openxmlformats.org/drawingml/2006/main">
            <a:srgbClr val="FBE7B5"/>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J</a:t>
            </a:r>
          </a:p>
        </p:txBody>
      </p:sp>
      <p:sp>
        <p:nvSpPr>
          <p:cNvPr id="117" name="EGFP cassette removed; mCherry cassette -117">
            <a:extLst xmlns:a="http://schemas.openxmlformats.org/drawingml/2006/main">
              <a:ext uri="{FF2B5EF4-FFF2-40B4-BE49-F238E27FC236}">
                <a16:creationId xmlns:a16="http://schemas.microsoft.com/office/drawing/2014/main" id="{EF88464E-C229-4C02-8A40-0CB97E49FB3B}"/>
              </a:ext>
            </a:extLst>
          </p:cNvPr>
          <p:cNvSpPr>
            <a:spLocks xmlns:a="http://schemas.openxmlformats.org/drawingml/2006/main" noGrp="1"/>
          </p:cNvSpPr>
          <p:nvPr/>
        </p:nvSpPr>
        <p:spPr>
          <a:xfrm xmlns:a="http://schemas.openxmlformats.org/drawingml/2006/main" rot="0">
            <a:off x="1609725" y="7315200"/>
            <a:ext cx="6334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142238"/>
                </a:solidFill>
                <a:latin typeface="Arial"/>
                <a:ea typeface="Arial"/>
                <a:cs typeface="Arial"/>
              </a:defRPr>
            </a:pPr>
            <a:r>
              <a:rPr sz="1425" b="0">
                <a:solidFill>
                  <a:srgbClr val="142238"/>
                </a:solidFill>
                <a:latin typeface="Arial"/>
                <a:ea typeface="Arial"/>
                <a:cs typeface="Arial"/>
              </a:rPr>
              <a:t>EGFP cassette removed; mCherry cassette integrated</a:t>
            </a:r>
          </a:p>
        </p:txBody>
      </p:sp>
      <p:sp>
        <p:nvSpPr>
          <p:cNvPr id="118" name="GFP OFF / mCherry ON-118">
            <a:extLst xmlns:a="http://schemas.openxmlformats.org/drawingml/2006/main">
              <a:ext uri="{FF2B5EF4-FFF2-40B4-BE49-F238E27FC236}">
                <a16:creationId xmlns:a16="http://schemas.microsoft.com/office/drawing/2014/main" id="{F6BB95FD-2BA2-4229-9CF5-659DF95F9B60}"/>
              </a:ext>
            </a:extLst>
          </p:cNvPr>
          <p:cNvSpPr>
            <a:spLocks xmlns:a="http://schemas.openxmlformats.org/drawingml/2006/main" noGrp="1"/>
          </p:cNvSpPr>
          <p:nvPr/>
        </p:nvSpPr>
        <p:spPr>
          <a:xfrm xmlns:a="http://schemas.openxmlformats.org/drawingml/2006/main" rot="0">
            <a:off x="1609725" y="7648575"/>
            <a:ext cx="581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C32498"/>
                </a:solidFill>
                <a:latin typeface="Arial"/>
                <a:ea typeface="Arial"/>
                <a:cs typeface="Arial"/>
              </a:defRPr>
            </a:pPr>
            <a:r>
              <a:rPr sz="1725" b="1">
                <a:solidFill>
                  <a:srgbClr val="C32498"/>
                </a:solidFill>
                <a:latin typeface="Arial"/>
                <a:ea typeface="Arial"/>
                <a:cs typeface="Arial"/>
              </a:rPr>
              <a:t>GFP OFF / mCherry ON</a:t>
            </a:r>
          </a:p>
        </p:txBody>
      </p:sp>
      <p:sp>
        <p:nvSpPr>
          <p:cNvPr id="119" name="Donor before RMCE-119">
            <a:extLst xmlns:a="http://schemas.openxmlformats.org/drawingml/2006/main">
              <a:ext uri="{FF2B5EF4-FFF2-40B4-BE49-F238E27FC236}">
                <a16:creationId xmlns:a16="http://schemas.microsoft.com/office/drawing/2014/main" id="{048E91A7-B48C-4FBC-883A-4104373072D9}"/>
              </a:ext>
            </a:extLst>
          </p:cNvPr>
          <p:cNvSpPr>
            <a:spLocks xmlns:a="http://schemas.openxmlformats.org/drawingml/2006/main" noGrp="1"/>
          </p:cNvSpPr>
          <p:nvPr/>
        </p:nvSpPr>
        <p:spPr>
          <a:xfrm xmlns:a="http://schemas.openxmlformats.org/drawingml/2006/main" rot="0">
            <a:off x="8591550" y="1952625"/>
            <a:ext cx="600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42238"/>
                </a:solidFill>
                <a:latin typeface="Arial"/>
                <a:ea typeface="Arial"/>
                <a:cs typeface="Arial"/>
              </a:defRPr>
            </a:pPr>
            <a:r>
              <a:rPr sz="1725" b="1">
                <a:solidFill>
                  <a:srgbClr val="142238"/>
                </a:solidFill>
                <a:latin typeface="Arial"/>
                <a:ea typeface="Arial"/>
                <a:cs typeface="Arial"/>
              </a:rPr>
              <a:t>Donor before RMCE</a:t>
            </a:r>
          </a:p>
        </p:txBody>
      </p:sp>
      <p:sp>
        <p:nvSpPr>
          <p:cNvPr id="120" name="No upstream promoter-120">
            <a:extLst xmlns:a="http://schemas.openxmlformats.org/drawingml/2006/main">
              <a:ext uri="{FF2B5EF4-FFF2-40B4-BE49-F238E27FC236}">
                <a16:creationId xmlns:a16="http://schemas.microsoft.com/office/drawing/2014/main" id="{9E99C36C-0956-48D9-B1CF-19557CF23D43}"/>
              </a:ext>
            </a:extLst>
          </p:cNvPr>
          <p:cNvSpPr>
            <a:spLocks xmlns:a="http://schemas.openxmlformats.org/drawingml/2006/main" noGrp="1"/>
          </p:cNvSpPr>
          <p:nvPr/>
        </p:nvSpPr>
        <p:spPr>
          <a:xfrm xmlns:a="http://schemas.openxmlformats.org/drawingml/2006/main" rot="0">
            <a:off x="8724900" y="2266950"/>
            <a:ext cx="32670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C24036"/>
                </a:solidFill>
                <a:latin typeface="Arial"/>
                <a:ea typeface="Arial"/>
                <a:cs typeface="Arial"/>
              </a:defRPr>
            </a:pPr>
            <a:r>
              <a:rPr sz="1500" b="1">
                <a:solidFill>
                  <a:srgbClr val="C24036"/>
                </a:solidFill>
                <a:latin typeface="Arial"/>
                <a:ea typeface="Arial"/>
                <a:cs typeface="Arial"/>
              </a:rPr>
              <a:t>No upstream promoter</a:t>
            </a:r>
          </a:p>
        </p:txBody>
      </p:sp>
      <p:sp>
        <p:nvSpPr>
          <p:cNvPr id="121" name="line-121">
            <a:extLst xmlns:a="http://schemas.openxmlformats.org/drawingml/2006/main">
              <a:ext uri="{FF2B5EF4-FFF2-40B4-BE49-F238E27FC236}">
                <a16:creationId xmlns:a16="http://schemas.microsoft.com/office/drawing/2014/main" id="{60500EA5-2DE3-4286-8BE4-FB5E7AB28F8D}"/>
              </a:ext>
            </a:extLst>
          </p:cNvPr>
          <p:cNvSpPr>
            <a:spLocks xmlns:a="http://schemas.openxmlformats.org/drawingml/2006/main" noGrp="1"/>
          </p:cNvSpPr>
          <p:nvPr/>
        </p:nvSpPr>
        <p:spPr>
          <a:xfrm xmlns:a="http://schemas.openxmlformats.org/drawingml/2006/main">
            <a:off x="8677275" y="2924175"/>
            <a:ext cx="2705100" cy="9525"/>
          </a:xfrm>
          <a:custGeom xmlns:a="http://schemas.openxmlformats.org/drawingml/2006/main">
            <a:pathLst>
              <a:path w="2705100" h="9525">
                <a:moveTo>
                  <a:pt x="0" y="0"/>
                </a:moveTo>
                <a:lnTo>
                  <a:pt x="2705100" y="0"/>
                </a:lnTo>
              </a:path>
            </a:pathLst>
          </a:custGeom>
          <a:noFill xmlns:a="http://schemas.openxmlformats.org/drawingml/2006/main"/>
          <a:ln xmlns:a="http://schemas.openxmlformats.org/drawingml/2006/main" w="19050">
            <a:solidFill>
              <a:srgbClr val="142238"/>
            </a:solidFill>
            <a:prstDash val="solid"/>
          </a:ln>
        </p:spPr>
      </p:sp>
      <p:sp>
        <p:nvSpPr>
          <p:cNvPr id="122" name="Puro-122">
            <a:extLst xmlns:a="http://schemas.openxmlformats.org/drawingml/2006/main">
              <a:ext uri="{FF2B5EF4-FFF2-40B4-BE49-F238E27FC236}">
                <a16:creationId xmlns:a16="http://schemas.microsoft.com/office/drawing/2014/main" id="{19F704B4-D98B-4546-876B-DB3FFAF74FB3}"/>
              </a:ext>
            </a:extLst>
          </p:cNvPr>
          <p:cNvSpPr>
            <a:spLocks xmlns:a="http://schemas.openxmlformats.org/drawingml/2006/main" noGrp="1"/>
          </p:cNvSpPr>
          <p:nvPr/>
        </p:nvSpPr>
        <p:spPr>
          <a:xfrm xmlns:a="http://schemas.openxmlformats.org/drawingml/2006/main" rot="0">
            <a:off x="9058275" y="2752725"/>
            <a:ext cx="1428750" cy="342900"/>
          </a:xfrm>
          <a:prstGeom xmlns:a="http://schemas.openxmlformats.org/drawingml/2006/main" prst="rect">
            <a:avLst/>
          </a:prstGeom>
          <a:solidFill xmlns:a="http://schemas.openxmlformats.org/drawingml/2006/main">
            <a:srgbClr val="F4B153"/>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Puro</a:t>
            </a:r>
          </a:p>
        </p:txBody>
      </p:sp>
      <p:sp>
        <p:nvSpPr>
          <p:cNvPr id="123" name="pA-123">
            <a:extLst xmlns:a="http://schemas.openxmlformats.org/drawingml/2006/main">
              <a:ext uri="{FF2B5EF4-FFF2-40B4-BE49-F238E27FC236}">
                <a16:creationId xmlns:a16="http://schemas.microsoft.com/office/drawing/2014/main" id="{A7477C8C-6EFD-4396-8C8D-DC2E5FCE64D0}"/>
              </a:ext>
            </a:extLst>
          </p:cNvPr>
          <p:cNvSpPr>
            <a:spLocks xmlns:a="http://schemas.openxmlformats.org/drawingml/2006/main" noGrp="1"/>
          </p:cNvSpPr>
          <p:nvPr/>
        </p:nvSpPr>
        <p:spPr>
          <a:xfrm xmlns:a="http://schemas.openxmlformats.org/drawingml/2006/main" rot="0">
            <a:off x="10525125" y="2752725"/>
            <a:ext cx="619125"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pA</a:t>
            </a:r>
          </a:p>
        </p:txBody>
      </p:sp>
      <p:sp>
        <p:nvSpPr>
          <p:cNvPr id="124" name="line-124">
            <a:extLst xmlns:a="http://schemas.openxmlformats.org/drawingml/2006/main">
              <a:ext uri="{FF2B5EF4-FFF2-40B4-BE49-F238E27FC236}">
                <a16:creationId xmlns:a16="http://schemas.microsoft.com/office/drawing/2014/main" id="{AEA0C769-7EC5-47EE-96E7-F9E1430161C7}"/>
              </a:ext>
            </a:extLst>
          </p:cNvPr>
          <p:cNvSpPr>
            <a:spLocks xmlns:a="http://schemas.openxmlformats.org/drawingml/2006/main" noGrp="1"/>
          </p:cNvSpPr>
          <p:nvPr/>
        </p:nvSpPr>
        <p:spPr>
          <a:xfrm xmlns:a="http://schemas.openxmlformats.org/drawingml/2006/main">
            <a:off x="9067800" y="2647950"/>
            <a:ext cx="9525" cy="85725"/>
          </a:xfrm>
          <a:custGeom xmlns:a="http://schemas.openxmlformats.org/drawingml/2006/main">
            <a:pathLst>
              <a:path w="9525" h="85725">
                <a:moveTo>
                  <a:pt x="0" y="85725"/>
                </a:moveTo>
                <a:lnTo>
                  <a:pt x="0" y="0"/>
                </a:lnTo>
              </a:path>
            </a:pathLst>
          </a:custGeom>
          <a:noFill xmlns:a="http://schemas.openxmlformats.org/drawingml/2006/main"/>
          <a:ln xmlns:a="http://schemas.openxmlformats.org/drawingml/2006/main" w="16193">
            <a:solidFill>
              <a:srgbClr val="142238"/>
            </a:solidFill>
            <a:prstDash val="solid"/>
          </a:ln>
        </p:spPr>
      </p:sp>
      <p:sp>
        <p:nvSpPr>
          <p:cNvPr id="125" name="line-125">
            <a:extLst xmlns:a="http://schemas.openxmlformats.org/drawingml/2006/main">
              <a:ext uri="{FF2B5EF4-FFF2-40B4-BE49-F238E27FC236}">
                <a16:creationId xmlns:a16="http://schemas.microsoft.com/office/drawing/2014/main" id="{323FD36A-638D-43F4-BC05-BDB6757A5ED5}"/>
              </a:ext>
            </a:extLst>
          </p:cNvPr>
          <p:cNvSpPr>
            <a:spLocks xmlns:a="http://schemas.openxmlformats.org/drawingml/2006/main" noGrp="1"/>
          </p:cNvSpPr>
          <p:nvPr/>
        </p:nvSpPr>
        <p:spPr>
          <a:xfrm xmlns:a="http://schemas.openxmlformats.org/drawingml/2006/main">
            <a:off x="9067800" y="26479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142238"/>
            </a:solidFill>
            <a:prstDash val="solid"/>
          </a:ln>
        </p:spPr>
      </p:sp>
      <p:sp>
        <p:nvSpPr>
          <p:cNvPr id="126" name="arrowhead-126">
            <a:extLst xmlns:a="http://schemas.openxmlformats.org/drawingml/2006/main">
              <a:ext uri="{FF2B5EF4-FFF2-40B4-BE49-F238E27FC236}">
                <a16:creationId xmlns:a16="http://schemas.microsoft.com/office/drawing/2014/main" id="{A0BCC147-C48C-4FC5-B897-37AEE5CA6FDD}"/>
              </a:ext>
            </a:extLst>
          </p:cNvPr>
          <p:cNvSpPr>
            <a:spLocks xmlns:a="http://schemas.openxmlformats.org/drawingml/2006/main" noGrp="1"/>
          </p:cNvSpPr>
          <p:nvPr/>
        </p:nvSpPr>
        <p:spPr>
          <a:xfrm xmlns:a="http://schemas.openxmlformats.org/drawingml/2006/main">
            <a:off x="9411669" y="2606851"/>
            <a:ext cx="75231" cy="82198"/>
          </a:xfrm>
          <a:custGeom xmlns:a="http://schemas.openxmlformats.org/drawingml/2006/main">
            <a:pathLst>
              <a:path w="75231" h="82198">
                <a:moveTo>
                  <a:pt x="75231" y="41099"/>
                </a:moveTo>
                <a:lnTo>
                  <a:pt x="0" y="82198"/>
                </a:lnTo>
                <a:lnTo>
                  <a:pt x="0" y="0"/>
                </a:lnTo>
                <a:close/>
              </a:path>
            </a:pathLst>
          </a:custGeom>
          <a:solidFill xmlns:a="http://schemas.openxmlformats.org/drawingml/2006/main">
            <a:srgbClr val="142238"/>
          </a:solidFill>
          <a:ln xmlns:a="http://schemas.openxmlformats.org/drawingml/2006/main" w="0">
            <a:solidFill>
              <a:srgbClr val="142238"/>
            </a:solidFill>
          </a:ln>
        </p:spPr>
      </p:sp>
      <p:sp>
        <p:nvSpPr>
          <p:cNvPr id="127" name="line-127">
            <a:extLst xmlns:a="http://schemas.openxmlformats.org/drawingml/2006/main">
              <a:ext uri="{FF2B5EF4-FFF2-40B4-BE49-F238E27FC236}">
                <a16:creationId xmlns:a16="http://schemas.microsoft.com/office/drawing/2014/main" id="{9EE24F67-B0AA-425A-99D1-01FED42EA317}"/>
              </a:ext>
            </a:extLst>
          </p:cNvPr>
          <p:cNvSpPr>
            <a:spLocks xmlns:a="http://schemas.openxmlformats.org/drawingml/2006/main" noGrp="1"/>
          </p:cNvSpPr>
          <p:nvPr/>
        </p:nvSpPr>
        <p:spPr>
          <a:xfrm xmlns:a="http://schemas.openxmlformats.org/drawingml/2006/main">
            <a:off x="9220200" y="2562225"/>
            <a:ext cx="161925" cy="161925"/>
          </a:xfrm>
          <a:custGeom xmlns:a="http://schemas.openxmlformats.org/drawingml/2006/main">
            <a:pathLst>
              <a:path w="161925" h="161925">
                <a:moveTo>
                  <a:pt x="0" y="0"/>
                </a:moveTo>
                <a:lnTo>
                  <a:pt x="161925" y="161925"/>
                </a:lnTo>
              </a:path>
            </a:pathLst>
          </a:custGeom>
          <a:noFill xmlns:a="http://schemas.openxmlformats.org/drawingml/2006/main"/>
          <a:ln xmlns:a="http://schemas.openxmlformats.org/drawingml/2006/main" w="28575">
            <a:solidFill>
              <a:srgbClr val="D33038"/>
            </a:solidFill>
            <a:prstDash val="solid"/>
          </a:ln>
        </p:spPr>
      </p:sp>
      <p:sp>
        <p:nvSpPr>
          <p:cNvPr id="128" name="line-128">
            <a:extLst xmlns:a="http://schemas.openxmlformats.org/drawingml/2006/main">
              <a:ext uri="{FF2B5EF4-FFF2-40B4-BE49-F238E27FC236}">
                <a16:creationId xmlns:a16="http://schemas.microsoft.com/office/drawing/2014/main" id="{0A4A33E5-7945-40B3-87F7-DF18AB22E5BB}"/>
              </a:ext>
            </a:extLst>
          </p:cNvPr>
          <p:cNvSpPr>
            <a:spLocks xmlns:a="http://schemas.openxmlformats.org/drawingml/2006/main" noGrp="1"/>
          </p:cNvSpPr>
          <p:nvPr/>
        </p:nvSpPr>
        <p:spPr>
          <a:xfrm xmlns:a="http://schemas.openxmlformats.org/drawingml/2006/main">
            <a:off x="9220200" y="2562225"/>
            <a:ext cx="161925" cy="161925"/>
          </a:xfrm>
          <a:custGeom xmlns:a="http://schemas.openxmlformats.org/drawingml/2006/main">
            <a:pathLst>
              <a:path w="161925" h="161925">
                <a:moveTo>
                  <a:pt x="161925" y="0"/>
                </a:moveTo>
                <a:lnTo>
                  <a:pt x="0" y="161925"/>
                </a:lnTo>
              </a:path>
            </a:pathLst>
          </a:custGeom>
          <a:noFill xmlns:a="http://schemas.openxmlformats.org/drawingml/2006/main"/>
          <a:ln xmlns:a="http://schemas.openxmlformats.org/drawingml/2006/main" w="28575">
            <a:solidFill>
              <a:srgbClr val="D33038"/>
            </a:solidFill>
            <a:prstDash val="solid"/>
          </a:ln>
        </p:spPr>
      </p:sp>
      <p:sp>
        <p:nvSpPr>
          <p:cNvPr id="129" name="Puro OFF-129">
            <a:extLst xmlns:a="http://schemas.openxmlformats.org/drawingml/2006/main">
              <a:ext uri="{FF2B5EF4-FFF2-40B4-BE49-F238E27FC236}">
                <a16:creationId xmlns:a16="http://schemas.microsoft.com/office/drawing/2014/main" id="{0A457A10-147E-4612-BBDC-0986BA821BA0}"/>
              </a:ext>
            </a:extLst>
          </p:cNvPr>
          <p:cNvSpPr>
            <a:spLocks xmlns:a="http://schemas.openxmlformats.org/drawingml/2006/main" noGrp="1"/>
          </p:cNvSpPr>
          <p:nvPr/>
        </p:nvSpPr>
        <p:spPr>
          <a:xfrm xmlns:a="http://schemas.openxmlformats.org/drawingml/2006/main" rot="0">
            <a:off x="11515725" y="2647950"/>
            <a:ext cx="12668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42238"/>
                </a:solidFill>
                <a:latin typeface="Arial"/>
                <a:ea typeface="Arial"/>
                <a:cs typeface="Arial"/>
              </a:defRPr>
            </a:pPr>
            <a:r>
              <a:rPr sz="1500" b="1">
                <a:solidFill>
                  <a:srgbClr val="142238"/>
                </a:solidFill>
                <a:latin typeface="Arial"/>
                <a:ea typeface="Arial"/>
                <a:cs typeface="Arial"/>
              </a:rPr>
              <a:t>Puro OFF</a:t>
            </a:r>
          </a:p>
        </p:txBody>
      </p:sp>
      <p:sp>
        <p:nvSpPr>
          <p:cNvPr id="130" name="(expected)-130">
            <a:extLst xmlns:a="http://schemas.openxmlformats.org/drawingml/2006/main">
              <a:ext uri="{FF2B5EF4-FFF2-40B4-BE49-F238E27FC236}">
                <a16:creationId xmlns:a16="http://schemas.microsoft.com/office/drawing/2014/main" id="{16CDB7A0-0E81-4F04-A3AA-5E46C2BEA256}"/>
              </a:ext>
            </a:extLst>
          </p:cNvPr>
          <p:cNvSpPr>
            <a:spLocks xmlns:a="http://schemas.openxmlformats.org/drawingml/2006/main" noGrp="1"/>
          </p:cNvSpPr>
          <p:nvPr/>
        </p:nvSpPr>
        <p:spPr>
          <a:xfrm xmlns:a="http://schemas.openxmlformats.org/drawingml/2006/main" rot="0">
            <a:off x="11515725" y="2905125"/>
            <a:ext cx="1266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142238"/>
                </a:solidFill>
                <a:latin typeface="Arial"/>
                <a:ea typeface="Arial"/>
                <a:cs typeface="Arial"/>
              </a:defRPr>
            </a:pPr>
            <a:r>
              <a:rPr sz="1275" b="0">
                <a:solidFill>
                  <a:srgbClr val="142238"/>
                </a:solidFill>
                <a:latin typeface="Arial"/>
                <a:ea typeface="Arial"/>
                <a:cs typeface="Arial"/>
              </a:rPr>
              <a:t>(expected)</a:t>
            </a:r>
          </a:p>
        </p:txBody>
      </p:sp>
      <p:sp>
        <p:nvSpPr>
          <p:cNvPr id="131" name="line-131">
            <a:extLst xmlns:a="http://schemas.openxmlformats.org/drawingml/2006/main">
              <a:ext uri="{FF2B5EF4-FFF2-40B4-BE49-F238E27FC236}">
                <a16:creationId xmlns:a16="http://schemas.microsoft.com/office/drawing/2014/main" id="{283C97EB-1BA4-40C6-8397-28F83531121C}"/>
              </a:ext>
            </a:extLst>
          </p:cNvPr>
          <p:cNvSpPr>
            <a:spLocks xmlns:a="http://schemas.openxmlformats.org/drawingml/2006/main" noGrp="1"/>
          </p:cNvSpPr>
          <p:nvPr/>
        </p:nvSpPr>
        <p:spPr>
          <a:xfrm xmlns:a="http://schemas.openxmlformats.org/drawingml/2006/main">
            <a:off x="12915900" y="2914650"/>
            <a:ext cx="514350" cy="9525"/>
          </a:xfrm>
          <a:custGeom xmlns:a="http://schemas.openxmlformats.org/drawingml/2006/main">
            <a:pathLst>
              <a:path w="514350" h="9525">
                <a:moveTo>
                  <a:pt x="0" y="0"/>
                </a:moveTo>
                <a:lnTo>
                  <a:pt x="514350" y="0"/>
                </a:lnTo>
              </a:path>
            </a:pathLst>
          </a:custGeom>
          <a:noFill xmlns:a="http://schemas.openxmlformats.org/drawingml/2006/main"/>
          <a:ln xmlns:a="http://schemas.openxmlformats.org/drawingml/2006/main" w="19050">
            <a:solidFill>
              <a:srgbClr val="142238"/>
            </a:solidFill>
            <a:prstDash val="solid"/>
          </a:ln>
        </p:spPr>
      </p:sp>
      <p:sp>
        <p:nvSpPr>
          <p:cNvPr id="132" name="arrowhead-132">
            <a:extLst xmlns:a="http://schemas.openxmlformats.org/drawingml/2006/main">
              <a:ext uri="{FF2B5EF4-FFF2-40B4-BE49-F238E27FC236}">
                <a16:creationId xmlns:a16="http://schemas.microsoft.com/office/drawing/2014/main" id="{8511561A-FA30-42A2-B805-3F3077D99A08}"/>
              </a:ext>
            </a:extLst>
          </p:cNvPr>
          <p:cNvSpPr>
            <a:spLocks xmlns:a="http://schemas.openxmlformats.org/drawingml/2006/main" noGrp="1"/>
          </p:cNvSpPr>
          <p:nvPr/>
        </p:nvSpPr>
        <p:spPr>
          <a:xfrm xmlns:a="http://schemas.openxmlformats.org/drawingml/2006/main">
            <a:off x="13355019" y="2873551"/>
            <a:ext cx="75231" cy="82198"/>
          </a:xfrm>
          <a:custGeom xmlns:a="http://schemas.openxmlformats.org/drawingml/2006/main">
            <a:pathLst>
              <a:path w="75231" h="82198">
                <a:moveTo>
                  <a:pt x="75231" y="41099"/>
                </a:moveTo>
                <a:lnTo>
                  <a:pt x="0" y="82198"/>
                </a:lnTo>
                <a:lnTo>
                  <a:pt x="0" y="0"/>
                </a:lnTo>
                <a:close/>
              </a:path>
            </a:pathLst>
          </a:custGeom>
          <a:solidFill xmlns:a="http://schemas.openxmlformats.org/drawingml/2006/main">
            <a:srgbClr val="142238"/>
          </a:solidFill>
          <a:ln xmlns:a="http://schemas.openxmlformats.org/drawingml/2006/main" w="0">
            <a:solidFill>
              <a:srgbClr val="142238"/>
            </a:solidFill>
          </a:ln>
        </p:spPr>
      </p:sp>
      <p:sp>
        <p:nvSpPr>
          <p:cNvPr id="133" name="+ puromycin-133">
            <a:extLst xmlns:a="http://schemas.openxmlformats.org/drawingml/2006/main">
              <a:ext uri="{FF2B5EF4-FFF2-40B4-BE49-F238E27FC236}">
                <a16:creationId xmlns:a16="http://schemas.microsoft.com/office/drawing/2014/main" id="{E1EE9992-0F3F-4FAA-9C72-4687E4056BE1}"/>
              </a:ext>
            </a:extLst>
          </p:cNvPr>
          <p:cNvSpPr>
            <a:spLocks xmlns:a="http://schemas.openxmlformats.org/drawingml/2006/main" noGrp="1"/>
          </p:cNvSpPr>
          <p:nvPr/>
        </p:nvSpPr>
        <p:spPr>
          <a:xfrm xmlns:a="http://schemas.openxmlformats.org/drawingml/2006/main" rot="0">
            <a:off x="12620625" y="2524125"/>
            <a:ext cx="18192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142238"/>
                </a:solidFill>
                <a:latin typeface="Arial"/>
                <a:ea typeface="Arial"/>
                <a:cs typeface="Arial"/>
              </a:defRPr>
            </a:pPr>
            <a:r>
              <a:rPr sz="1350" b="0">
                <a:solidFill>
                  <a:srgbClr val="142238"/>
                </a:solidFill>
                <a:latin typeface="Arial"/>
                <a:ea typeface="Arial"/>
                <a:cs typeface="Arial"/>
              </a:rPr>
              <a:t>+ puromycin</a:t>
            </a:r>
          </a:p>
        </p:txBody>
      </p:sp>
      <p:sp>
        <p:nvSpPr>
          <p:cNvPr id="134" name="Cell-134">
            <a:extLst xmlns:a="http://schemas.openxmlformats.org/drawingml/2006/main">
              <a:ext uri="{FF2B5EF4-FFF2-40B4-BE49-F238E27FC236}">
                <a16:creationId xmlns:a16="http://schemas.microsoft.com/office/drawing/2014/main" id="{CB540DE2-1F91-42BA-8146-0BFC42B51649}"/>
              </a:ext>
            </a:extLst>
          </p:cNvPr>
          <p:cNvSpPr>
            <a:spLocks xmlns:a="http://schemas.openxmlformats.org/drawingml/2006/main" noGrp="1"/>
          </p:cNvSpPr>
          <p:nvPr/>
        </p:nvSpPr>
        <p:spPr>
          <a:xfrm xmlns:a="http://schemas.openxmlformats.org/drawingml/2006/main" rot="0">
            <a:off x="13906500" y="2657475"/>
            <a:ext cx="476250" cy="476250"/>
          </a:xfrm>
          <a:prstGeom xmlns:a="http://schemas.openxmlformats.org/drawingml/2006/main" prst="ellipse">
            <a:avLst/>
          </a:prstGeom>
          <a:solidFill xmlns:a="http://schemas.openxmlformats.org/drawingml/2006/main">
            <a:srgbClr val="FFFFFF"/>
          </a:solidFill>
          <a:ln xmlns:a="http://schemas.openxmlformats.org/drawingml/2006/main" w="23813">
            <a:solidFill>
              <a:srgbClr val="A7AEB9"/>
            </a:solidFill>
            <a:prstDash val="solid"/>
          </a:ln>
        </p:spPr>
      </p:sp>
      <p:sp>
        <p:nvSpPr>
          <p:cNvPr id="135" name="Cell nucleus-135">
            <a:extLst xmlns:a="http://schemas.openxmlformats.org/drawingml/2006/main">
              <a:ext uri="{FF2B5EF4-FFF2-40B4-BE49-F238E27FC236}">
                <a16:creationId xmlns:a16="http://schemas.microsoft.com/office/drawing/2014/main" id="{A7712B39-E0BB-4DE7-8410-1862BF67A1C7}"/>
              </a:ext>
            </a:extLst>
          </p:cNvPr>
          <p:cNvSpPr>
            <a:spLocks xmlns:a="http://schemas.openxmlformats.org/drawingml/2006/main" noGrp="1"/>
          </p:cNvSpPr>
          <p:nvPr/>
        </p:nvSpPr>
        <p:spPr>
          <a:xfrm xmlns:a="http://schemas.openxmlformats.org/drawingml/2006/main" rot="0">
            <a:off x="14058900" y="2819400"/>
            <a:ext cx="171450" cy="171450"/>
          </a:xfrm>
          <a:prstGeom xmlns:a="http://schemas.openxmlformats.org/drawingml/2006/main" prst="ellipse">
            <a:avLst/>
          </a:prstGeom>
          <a:solidFill xmlns:a="http://schemas.openxmlformats.org/drawingml/2006/main">
            <a:srgbClr val="A7AEB9"/>
          </a:solidFill>
          <a:ln xmlns:a="http://schemas.openxmlformats.org/drawingml/2006/main" w="0">
            <a:noFill/>
            <a:prstDash val="solid"/>
          </a:ln>
        </p:spPr>
      </p:sp>
      <p:sp>
        <p:nvSpPr>
          <p:cNvPr id="136" name="No resistance-136">
            <a:extLst xmlns:a="http://schemas.openxmlformats.org/drawingml/2006/main">
              <a:ext uri="{FF2B5EF4-FFF2-40B4-BE49-F238E27FC236}">
                <a16:creationId xmlns:a16="http://schemas.microsoft.com/office/drawing/2014/main" id="{F4448CF8-81C7-4B37-8DC6-5C171C02682D}"/>
              </a:ext>
            </a:extLst>
          </p:cNvPr>
          <p:cNvSpPr>
            <a:spLocks xmlns:a="http://schemas.openxmlformats.org/drawingml/2006/main" noGrp="1"/>
          </p:cNvSpPr>
          <p:nvPr/>
        </p:nvSpPr>
        <p:spPr>
          <a:xfrm xmlns:a="http://schemas.openxmlformats.org/drawingml/2006/main" rot="0">
            <a:off x="13582650" y="31813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A7AEB9"/>
                </a:solidFill>
                <a:latin typeface="Arial"/>
                <a:ea typeface="Arial"/>
                <a:cs typeface="Arial"/>
              </a:defRPr>
            </a:pPr>
            <a:r>
              <a:rPr sz="1275" b="1">
                <a:solidFill>
                  <a:srgbClr val="A7AEB9"/>
                </a:solidFill>
                <a:latin typeface="Arial"/>
                <a:ea typeface="Arial"/>
                <a:cs typeface="Arial"/>
              </a:rPr>
              <a:t>No resistance</a:t>
            </a:r>
          </a:p>
        </p:txBody>
      </p:sp>
      <p:sp>
        <p:nvSpPr>
          <p:cNvPr id="137" name="×-137">
            <a:extLst xmlns:a="http://schemas.openxmlformats.org/drawingml/2006/main">
              <a:ext uri="{FF2B5EF4-FFF2-40B4-BE49-F238E27FC236}">
                <a16:creationId xmlns:a16="http://schemas.microsoft.com/office/drawing/2014/main" id="{0E965C34-95FF-41D2-B42C-92DACBE99A34}"/>
              </a:ext>
            </a:extLst>
          </p:cNvPr>
          <p:cNvSpPr>
            <a:spLocks xmlns:a="http://schemas.openxmlformats.org/drawingml/2006/main" noGrp="1"/>
          </p:cNvSpPr>
          <p:nvPr/>
        </p:nvSpPr>
        <p:spPr>
          <a:xfrm xmlns:a="http://schemas.openxmlformats.org/drawingml/2006/main" rot="0">
            <a:off x="14478000" y="2609850"/>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CE3035"/>
                </a:solidFill>
                <a:latin typeface="Arial"/>
                <a:ea typeface="Arial"/>
                <a:cs typeface="Arial"/>
              </a:defRPr>
            </a:pPr>
            <a:r>
              <a:rPr sz="3000" b="1">
                <a:solidFill>
                  <a:srgbClr val="CE3035"/>
                </a:solidFill>
                <a:latin typeface="Arial"/>
                <a:ea typeface="Arial"/>
                <a:cs typeface="Arial"/>
              </a:rPr>
              <a:t>×</a:t>
            </a:r>
          </a:p>
        </p:txBody>
      </p:sp>
      <p:sp>
        <p:nvSpPr>
          <p:cNvPr id="138" name="Genomic cassette after RMCE-138">
            <a:extLst xmlns:a="http://schemas.openxmlformats.org/drawingml/2006/main">
              <a:ext uri="{FF2B5EF4-FFF2-40B4-BE49-F238E27FC236}">
                <a16:creationId xmlns:a16="http://schemas.microsoft.com/office/drawing/2014/main" id="{90539C78-A808-4CEA-A8B7-BDE90DAC581F}"/>
              </a:ext>
            </a:extLst>
          </p:cNvPr>
          <p:cNvSpPr>
            <a:spLocks xmlns:a="http://schemas.openxmlformats.org/drawingml/2006/main" noGrp="1"/>
          </p:cNvSpPr>
          <p:nvPr/>
        </p:nvSpPr>
        <p:spPr>
          <a:xfrm xmlns:a="http://schemas.openxmlformats.org/drawingml/2006/main" rot="0">
            <a:off x="8591550" y="3419475"/>
            <a:ext cx="6238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42238"/>
                </a:solidFill>
                <a:latin typeface="Arial"/>
                <a:ea typeface="Arial"/>
                <a:cs typeface="Arial"/>
              </a:defRPr>
            </a:pPr>
            <a:r>
              <a:rPr sz="1725" b="1">
                <a:solidFill>
                  <a:srgbClr val="142238"/>
                </a:solidFill>
                <a:latin typeface="Arial"/>
                <a:ea typeface="Arial"/>
                <a:cs typeface="Arial"/>
              </a:rPr>
              <a:t>Genomic cassette after RMCE</a:t>
            </a:r>
          </a:p>
        </p:txBody>
      </p:sp>
      <p:sp>
        <p:nvSpPr>
          <p:cNvPr id="139" name="Host EF1α drives Puro-139">
            <a:extLst xmlns:a="http://schemas.openxmlformats.org/drawingml/2006/main">
              <a:ext uri="{FF2B5EF4-FFF2-40B4-BE49-F238E27FC236}">
                <a16:creationId xmlns:a16="http://schemas.microsoft.com/office/drawing/2014/main" id="{EF072F65-8E4E-4E32-984C-47D1226A4E18}"/>
              </a:ext>
            </a:extLst>
          </p:cNvPr>
          <p:cNvSpPr>
            <a:spLocks xmlns:a="http://schemas.openxmlformats.org/drawingml/2006/main" noGrp="1"/>
          </p:cNvSpPr>
          <p:nvPr/>
        </p:nvSpPr>
        <p:spPr>
          <a:xfrm xmlns:a="http://schemas.openxmlformats.org/drawingml/2006/main" rot="0">
            <a:off x="8724900" y="37909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476B4"/>
                </a:solidFill>
                <a:latin typeface="Arial"/>
                <a:ea typeface="Arial"/>
                <a:cs typeface="Arial"/>
              </a:defRPr>
            </a:pPr>
            <a:r>
              <a:rPr sz="1500" b="1">
                <a:solidFill>
                  <a:srgbClr val="2476B4"/>
                </a:solidFill>
                <a:latin typeface="Arial"/>
                <a:ea typeface="Arial"/>
                <a:cs typeface="Arial"/>
              </a:rPr>
              <a:t>Host EF1α drives Puro</a:t>
            </a:r>
          </a:p>
        </p:txBody>
      </p:sp>
      <p:sp>
        <p:nvSpPr>
          <p:cNvPr id="140" name="line-140">
            <a:extLst xmlns:a="http://schemas.openxmlformats.org/drawingml/2006/main">
              <a:ext uri="{FF2B5EF4-FFF2-40B4-BE49-F238E27FC236}">
                <a16:creationId xmlns:a16="http://schemas.microsoft.com/office/drawing/2014/main" id="{EF98400B-A58F-4CF3-96F4-615B13D96505}"/>
              </a:ext>
            </a:extLst>
          </p:cNvPr>
          <p:cNvSpPr>
            <a:spLocks xmlns:a="http://schemas.openxmlformats.org/drawingml/2006/main" noGrp="1"/>
          </p:cNvSpPr>
          <p:nvPr/>
        </p:nvSpPr>
        <p:spPr>
          <a:xfrm xmlns:a="http://schemas.openxmlformats.org/drawingml/2006/main">
            <a:off x="8686800" y="4419600"/>
            <a:ext cx="3028950" cy="9525"/>
          </a:xfrm>
          <a:custGeom xmlns:a="http://schemas.openxmlformats.org/drawingml/2006/main">
            <a:pathLst>
              <a:path w="3028950" h="9525">
                <a:moveTo>
                  <a:pt x="0" y="0"/>
                </a:moveTo>
                <a:lnTo>
                  <a:pt x="3028950" y="0"/>
                </a:lnTo>
              </a:path>
            </a:pathLst>
          </a:custGeom>
          <a:noFill xmlns:a="http://schemas.openxmlformats.org/drawingml/2006/main"/>
          <a:ln xmlns:a="http://schemas.openxmlformats.org/drawingml/2006/main" w="19050">
            <a:solidFill>
              <a:srgbClr val="142238"/>
            </a:solidFill>
            <a:prstDash val="solid"/>
          </a:ln>
        </p:spPr>
      </p:sp>
      <p:sp>
        <p:nvSpPr>
          <p:cNvPr id="141" name="EF1α-141">
            <a:extLst xmlns:a="http://schemas.openxmlformats.org/drawingml/2006/main">
              <a:ext uri="{FF2B5EF4-FFF2-40B4-BE49-F238E27FC236}">
                <a16:creationId xmlns:a16="http://schemas.microsoft.com/office/drawing/2014/main" id="{59EF5686-8205-4186-9FFE-A3BD79448CDC}"/>
              </a:ext>
            </a:extLst>
          </p:cNvPr>
          <p:cNvSpPr>
            <a:spLocks xmlns:a="http://schemas.openxmlformats.org/drawingml/2006/main" noGrp="1"/>
          </p:cNvSpPr>
          <p:nvPr/>
        </p:nvSpPr>
        <p:spPr>
          <a:xfrm xmlns:a="http://schemas.openxmlformats.org/drawingml/2006/main" rot="0">
            <a:off x="8724900" y="4248150"/>
            <a:ext cx="857250" cy="342900"/>
          </a:xfrm>
          <a:prstGeom xmlns:a="http://schemas.openxmlformats.org/drawingml/2006/main" prst="rect">
            <a:avLst/>
          </a:prstGeom>
          <a:solidFill xmlns:a="http://schemas.openxmlformats.org/drawingml/2006/main">
            <a:srgbClr val="6CB5E6"/>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EF1α</a:t>
            </a:r>
          </a:p>
        </p:txBody>
      </p:sp>
      <p:sp>
        <p:nvSpPr>
          <p:cNvPr id="142" name="J-142">
            <a:extLst xmlns:a="http://schemas.openxmlformats.org/drawingml/2006/main">
              <a:ext uri="{FF2B5EF4-FFF2-40B4-BE49-F238E27FC236}">
                <a16:creationId xmlns:a16="http://schemas.microsoft.com/office/drawing/2014/main" id="{85CE334D-340A-46CB-9C47-62F670B5D958}"/>
              </a:ext>
            </a:extLst>
          </p:cNvPr>
          <p:cNvSpPr>
            <a:spLocks xmlns:a="http://schemas.openxmlformats.org/drawingml/2006/main" noGrp="1"/>
          </p:cNvSpPr>
          <p:nvPr/>
        </p:nvSpPr>
        <p:spPr>
          <a:xfrm xmlns:a="http://schemas.openxmlformats.org/drawingml/2006/main" rot="0">
            <a:off x="9629775" y="4248150"/>
            <a:ext cx="285750" cy="342900"/>
          </a:xfrm>
          <a:prstGeom xmlns:a="http://schemas.openxmlformats.org/drawingml/2006/main" prst="rect">
            <a:avLst/>
          </a:prstGeom>
          <a:solidFill xmlns:a="http://schemas.openxmlformats.org/drawingml/2006/main">
            <a:srgbClr val="FBE7B5"/>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J</a:t>
            </a:r>
          </a:p>
        </p:txBody>
      </p:sp>
      <p:sp>
        <p:nvSpPr>
          <p:cNvPr id="143" name="Puro-143">
            <a:extLst xmlns:a="http://schemas.openxmlformats.org/drawingml/2006/main">
              <a:ext uri="{FF2B5EF4-FFF2-40B4-BE49-F238E27FC236}">
                <a16:creationId xmlns:a16="http://schemas.microsoft.com/office/drawing/2014/main" id="{8551E271-DF33-409D-8B62-57E0D2F458DD}"/>
              </a:ext>
            </a:extLst>
          </p:cNvPr>
          <p:cNvSpPr>
            <a:spLocks xmlns:a="http://schemas.openxmlformats.org/drawingml/2006/main" noGrp="1"/>
          </p:cNvSpPr>
          <p:nvPr/>
        </p:nvSpPr>
        <p:spPr>
          <a:xfrm xmlns:a="http://schemas.openxmlformats.org/drawingml/2006/main" rot="0">
            <a:off x="9963150" y="4248150"/>
            <a:ext cx="1104900" cy="342900"/>
          </a:xfrm>
          <a:prstGeom xmlns:a="http://schemas.openxmlformats.org/drawingml/2006/main" prst="rect">
            <a:avLst/>
          </a:prstGeom>
          <a:solidFill xmlns:a="http://schemas.openxmlformats.org/drawingml/2006/main">
            <a:srgbClr val="F4B153"/>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142238"/>
                </a:solidFill>
                <a:latin typeface="Arial"/>
                <a:ea typeface="Arial"/>
                <a:cs typeface="Arial"/>
              </a:defRPr>
            </a:pPr>
            <a:r>
              <a:rPr sz="1200" b="1">
                <a:solidFill>
                  <a:srgbClr val="142238"/>
                </a:solidFill>
                <a:latin typeface="Arial"/>
                <a:ea typeface="Arial"/>
                <a:cs typeface="Arial"/>
              </a:rPr>
              <a:t>Puro</a:t>
            </a:r>
          </a:p>
        </p:txBody>
      </p:sp>
      <p:sp>
        <p:nvSpPr>
          <p:cNvPr id="144" name="pA-144">
            <a:extLst xmlns:a="http://schemas.openxmlformats.org/drawingml/2006/main">
              <a:ext uri="{FF2B5EF4-FFF2-40B4-BE49-F238E27FC236}">
                <a16:creationId xmlns:a16="http://schemas.microsoft.com/office/drawing/2014/main" id="{65492433-31D8-45FC-BBBB-63607FBC9D11}"/>
              </a:ext>
            </a:extLst>
          </p:cNvPr>
          <p:cNvSpPr>
            <a:spLocks xmlns:a="http://schemas.openxmlformats.org/drawingml/2006/main" noGrp="1"/>
          </p:cNvSpPr>
          <p:nvPr/>
        </p:nvSpPr>
        <p:spPr>
          <a:xfrm xmlns:a="http://schemas.openxmlformats.org/drawingml/2006/main" rot="0">
            <a:off x="11115675" y="4248150"/>
            <a:ext cx="561975" cy="342900"/>
          </a:xfrm>
          <a:prstGeom xmlns:a="http://schemas.openxmlformats.org/drawingml/2006/main" prst="rect">
            <a:avLst/>
          </a:prstGeom>
          <a:solidFill xmlns:a="http://schemas.openxmlformats.org/drawingml/2006/main">
            <a:srgbClr val="D7DBE1"/>
          </a:solidFill>
          <a:ln xmlns:a="http://schemas.openxmlformats.org/drawingml/2006/main" w="9525">
            <a:solidFill>
              <a:srgbClr val="142238"/>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42238"/>
                </a:solidFill>
                <a:latin typeface="Arial"/>
                <a:ea typeface="Arial"/>
                <a:cs typeface="Arial"/>
              </a:defRPr>
            </a:pPr>
            <a:r>
              <a:rPr sz="1200" b="0">
                <a:solidFill>
                  <a:srgbClr val="142238"/>
                </a:solidFill>
                <a:latin typeface="Arial"/>
                <a:ea typeface="Arial"/>
                <a:cs typeface="Arial"/>
              </a:rPr>
              <a:t>pA</a:t>
            </a:r>
          </a:p>
        </p:txBody>
      </p:sp>
      <p:sp>
        <p:nvSpPr>
          <p:cNvPr id="145" name="line-145">
            <a:extLst xmlns:a="http://schemas.openxmlformats.org/drawingml/2006/main">
              <a:ext uri="{FF2B5EF4-FFF2-40B4-BE49-F238E27FC236}">
                <a16:creationId xmlns:a16="http://schemas.microsoft.com/office/drawing/2014/main" id="{90045950-2B90-4E58-A549-B673443E7BF8}"/>
              </a:ext>
            </a:extLst>
          </p:cNvPr>
          <p:cNvSpPr>
            <a:spLocks xmlns:a="http://schemas.openxmlformats.org/drawingml/2006/main" noGrp="1"/>
          </p:cNvSpPr>
          <p:nvPr/>
        </p:nvSpPr>
        <p:spPr>
          <a:xfrm xmlns:a="http://schemas.openxmlformats.org/drawingml/2006/main">
            <a:off x="8953500" y="4114800"/>
            <a:ext cx="9525" cy="95250"/>
          </a:xfrm>
          <a:custGeom xmlns:a="http://schemas.openxmlformats.org/drawingml/2006/main">
            <a:pathLst>
              <a:path w="9525" h="95250">
                <a:moveTo>
                  <a:pt x="0" y="95250"/>
                </a:moveTo>
                <a:lnTo>
                  <a:pt x="0" y="0"/>
                </a:lnTo>
              </a:path>
            </a:pathLst>
          </a:custGeom>
          <a:noFill xmlns:a="http://schemas.openxmlformats.org/drawingml/2006/main"/>
          <a:ln xmlns:a="http://schemas.openxmlformats.org/drawingml/2006/main" w="19050">
            <a:solidFill>
              <a:srgbClr val="6CB5E6"/>
            </a:solidFill>
            <a:prstDash val="solid"/>
          </a:ln>
        </p:spPr>
      </p:sp>
      <p:sp>
        <p:nvSpPr>
          <p:cNvPr id="146" name="line-146">
            <a:extLst xmlns:a="http://schemas.openxmlformats.org/drawingml/2006/main">
              <a:ext uri="{FF2B5EF4-FFF2-40B4-BE49-F238E27FC236}">
                <a16:creationId xmlns:a16="http://schemas.microsoft.com/office/drawing/2014/main" id="{335683E2-B845-4DFE-B4E8-060D680F457C}"/>
              </a:ext>
            </a:extLst>
          </p:cNvPr>
          <p:cNvSpPr>
            <a:spLocks xmlns:a="http://schemas.openxmlformats.org/drawingml/2006/main" noGrp="1"/>
          </p:cNvSpPr>
          <p:nvPr/>
        </p:nvSpPr>
        <p:spPr>
          <a:xfrm xmlns:a="http://schemas.openxmlformats.org/drawingml/2006/main">
            <a:off x="8953500" y="4114800"/>
            <a:ext cx="1619250" cy="9525"/>
          </a:xfrm>
          <a:custGeom xmlns:a="http://schemas.openxmlformats.org/drawingml/2006/main">
            <a:pathLst>
              <a:path w="1619250" h="9525">
                <a:moveTo>
                  <a:pt x="0" y="0"/>
                </a:moveTo>
                <a:lnTo>
                  <a:pt x="1619250" y="0"/>
                </a:lnTo>
              </a:path>
            </a:pathLst>
          </a:custGeom>
          <a:noFill xmlns:a="http://schemas.openxmlformats.org/drawingml/2006/main"/>
          <a:ln xmlns:a="http://schemas.openxmlformats.org/drawingml/2006/main" w="23813">
            <a:solidFill>
              <a:srgbClr val="267AB4"/>
            </a:solidFill>
            <a:prstDash val="solid"/>
          </a:ln>
        </p:spPr>
      </p:sp>
      <p:sp>
        <p:nvSpPr>
          <p:cNvPr id="147" name="arrowhead-147">
            <a:extLst xmlns:a="http://schemas.openxmlformats.org/drawingml/2006/main">
              <a:ext uri="{FF2B5EF4-FFF2-40B4-BE49-F238E27FC236}">
                <a16:creationId xmlns:a16="http://schemas.microsoft.com/office/drawing/2014/main" id="{C8EFDFD0-DCB9-4FD1-964B-03E651A8B28F}"/>
              </a:ext>
            </a:extLst>
          </p:cNvPr>
          <p:cNvSpPr>
            <a:spLocks xmlns:a="http://schemas.openxmlformats.org/drawingml/2006/main" noGrp="1"/>
          </p:cNvSpPr>
          <p:nvPr/>
        </p:nvSpPr>
        <p:spPr>
          <a:xfrm xmlns:a="http://schemas.openxmlformats.org/drawingml/2006/main">
            <a:off x="10497519" y="4073701"/>
            <a:ext cx="75231" cy="82198"/>
          </a:xfrm>
          <a:custGeom xmlns:a="http://schemas.openxmlformats.org/drawingml/2006/main">
            <a:pathLst>
              <a:path w="75231" h="82198">
                <a:moveTo>
                  <a:pt x="75231" y="41099"/>
                </a:moveTo>
                <a:lnTo>
                  <a:pt x="0" y="82198"/>
                </a:lnTo>
                <a:lnTo>
                  <a:pt x="0" y="0"/>
                </a:lnTo>
                <a:close/>
              </a:path>
            </a:pathLst>
          </a:custGeom>
          <a:solidFill xmlns:a="http://schemas.openxmlformats.org/drawingml/2006/main">
            <a:srgbClr val="267AB4"/>
          </a:solidFill>
          <a:ln xmlns:a="http://schemas.openxmlformats.org/drawingml/2006/main" w="0">
            <a:solidFill>
              <a:srgbClr val="267AB4"/>
            </a:solidFill>
          </a:ln>
        </p:spPr>
      </p:sp>
      <p:sp>
        <p:nvSpPr>
          <p:cNvPr id="148" name="Puromycin&#10;resistance-148">
            <a:extLst xmlns:a="http://schemas.openxmlformats.org/drawingml/2006/main">
              <a:ext uri="{FF2B5EF4-FFF2-40B4-BE49-F238E27FC236}">
                <a16:creationId xmlns:a16="http://schemas.microsoft.com/office/drawing/2014/main" id="{1740B978-63D0-4D2A-8CE8-A2A629482A89}"/>
              </a:ext>
            </a:extLst>
          </p:cNvPr>
          <p:cNvSpPr>
            <a:spLocks xmlns:a="http://schemas.openxmlformats.org/drawingml/2006/main" noGrp="1"/>
          </p:cNvSpPr>
          <p:nvPr/>
        </p:nvSpPr>
        <p:spPr>
          <a:xfrm xmlns:a="http://schemas.openxmlformats.org/drawingml/2006/main" rot="0">
            <a:off x="11868150" y="4200525"/>
            <a:ext cx="1571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42238"/>
                </a:solidFill>
                <a:latin typeface="Arial"/>
                <a:ea typeface="Arial"/>
                <a:cs typeface="Arial"/>
              </a:defRPr>
            </a:pPr>
            <a:r>
              <a:rPr sz="1500" b="1">
                <a:solidFill>
                  <a:srgbClr val="142238"/>
                </a:solidFill>
                <a:latin typeface="Arial"/>
                <a:ea typeface="Arial"/>
                <a:cs typeface="Arial"/>
              </a:rPr>
              <a:t>Puromycin</a:t>
            </a:r>
          </a:p>
          <a:p xmlns:a="http://schemas.openxmlformats.org/drawingml/2006/main">
            <a:pPr algn="l">
              <a:defRPr sz="1500" b="1">
                <a:solidFill>
                  <a:srgbClr val="142238"/>
                </a:solidFill>
                <a:latin typeface="Arial"/>
                <a:ea typeface="Arial"/>
                <a:cs typeface="Arial"/>
              </a:defRPr>
            </a:pPr>
            <a:r>
              <a:rPr sz="1500" b="1">
                <a:solidFill>
                  <a:srgbClr val="142238"/>
                </a:solidFill>
                <a:latin typeface="Arial"/>
                <a:ea typeface="Arial"/>
                <a:cs typeface="Arial"/>
              </a:rPr>
              <a:t>resistance</a:t>
            </a:r>
          </a:p>
        </p:txBody>
      </p:sp>
      <p:sp>
        <p:nvSpPr>
          <p:cNvPr id="149" name="line-149">
            <a:extLst xmlns:a="http://schemas.openxmlformats.org/drawingml/2006/main">
              <a:ext uri="{FF2B5EF4-FFF2-40B4-BE49-F238E27FC236}">
                <a16:creationId xmlns:a16="http://schemas.microsoft.com/office/drawing/2014/main" id="{4943AB62-74E5-4780-A19C-3B2415950A30}"/>
              </a:ext>
            </a:extLst>
          </p:cNvPr>
          <p:cNvSpPr>
            <a:spLocks xmlns:a="http://schemas.openxmlformats.org/drawingml/2006/main" noGrp="1"/>
          </p:cNvSpPr>
          <p:nvPr/>
        </p:nvSpPr>
        <p:spPr>
          <a:xfrm xmlns:a="http://schemas.openxmlformats.org/drawingml/2006/main">
            <a:off x="13430250" y="441960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19050">
            <a:solidFill>
              <a:srgbClr val="142238"/>
            </a:solidFill>
            <a:prstDash val="solid"/>
          </a:ln>
        </p:spPr>
      </p:sp>
      <p:sp>
        <p:nvSpPr>
          <p:cNvPr id="150" name="arrowhead-150">
            <a:extLst xmlns:a="http://schemas.openxmlformats.org/drawingml/2006/main">
              <a:ext uri="{FF2B5EF4-FFF2-40B4-BE49-F238E27FC236}">
                <a16:creationId xmlns:a16="http://schemas.microsoft.com/office/drawing/2014/main" id="{1CDC57B5-FDC5-4FE5-ABF1-3D5C8A70CF87}"/>
              </a:ext>
            </a:extLst>
          </p:cNvPr>
          <p:cNvSpPr>
            <a:spLocks xmlns:a="http://schemas.openxmlformats.org/drawingml/2006/main" noGrp="1"/>
          </p:cNvSpPr>
          <p:nvPr/>
        </p:nvSpPr>
        <p:spPr>
          <a:xfrm xmlns:a="http://schemas.openxmlformats.org/drawingml/2006/main">
            <a:off x="13736019" y="4378501"/>
            <a:ext cx="75231" cy="82198"/>
          </a:xfrm>
          <a:custGeom xmlns:a="http://schemas.openxmlformats.org/drawingml/2006/main">
            <a:pathLst>
              <a:path w="75231" h="82198">
                <a:moveTo>
                  <a:pt x="75231" y="41099"/>
                </a:moveTo>
                <a:lnTo>
                  <a:pt x="0" y="82198"/>
                </a:lnTo>
                <a:lnTo>
                  <a:pt x="0" y="0"/>
                </a:lnTo>
                <a:close/>
              </a:path>
            </a:pathLst>
          </a:custGeom>
          <a:solidFill xmlns:a="http://schemas.openxmlformats.org/drawingml/2006/main">
            <a:srgbClr val="142238"/>
          </a:solidFill>
          <a:ln xmlns:a="http://schemas.openxmlformats.org/drawingml/2006/main" w="0">
            <a:solidFill>
              <a:srgbClr val="142238"/>
            </a:solidFill>
          </a:ln>
        </p:spPr>
      </p:sp>
      <p:sp>
        <p:nvSpPr>
          <p:cNvPr id="151" name="Cell-151">
            <a:extLst xmlns:a="http://schemas.openxmlformats.org/drawingml/2006/main">
              <a:ext uri="{FF2B5EF4-FFF2-40B4-BE49-F238E27FC236}">
                <a16:creationId xmlns:a16="http://schemas.microsoft.com/office/drawing/2014/main" id="{6CE952D5-8661-4C69-AF9F-8B37CFC52BEE}"/>
              </a:ext>
            </a:extLst>
          </p:cNvPr>
          <p:cNvSpPr>
            <a:spLocks xmlns:a="http://schemas.openxmlformats.org/drawingml/2006/main" noGrp="1"/>
          </p:cNvSpPr>
          <p:nvPr/>
        </p:nvSpPr>
        <p:spPr>
          <a:xfrm xmlns:a="http://schemas.openxmlformats.org/drawingml/2006/main" rot="0">
            <a:off x="14135100" y="4162425"/>
            <a:ext cx="476250" cy="476250"/>
          </a:xfrm>
          <a:prstGeom xmlns:a="http://schemas.openxmlformats.org/drawingml/2006/main" prst="ellipse">
            <a:avLst/>
          </a:prstGeom>
          <a:solidFill xmlns:a="http://schemas.openxmlformats.org/drawingml/2006/main">
            <a:srgbClr val="FFFFFF"/>
          </a:solidFill>
          <a:ln xmlns:a="http://schemas.openxmlformats.org/drawingml/2006/main" w="23813">
            <a:solidFill>
              <a:srgbClr val="F4B153"/>
            </a:solidFill>
            <a:prstDash val="solid"/>
          </a:ln>
        </p:spPr>
      </p:sp>
      <p:sp>
        <p:nvSpPr>
          <p:cNvPr id="152" name="Cell nucleus-152">
            <a:extLst xmlns:a="http://schemas.openxmlformats.org/drawingml/2006/main">
              <a:ext uri="{FF2B5EF4-FFF2-40B4-BE49-F238E27FC236}">
                <a16:creationId xmlns:a16="http://schemas.microsoft.com/office/drawing/2014/main" id="{965E0815-34CC-41E5-BBCF-C0FAD8F54F97}"/>
              </a:ext>
            </a:extLst>
          </p:cNvPr>
          <p:cNvSpPr>
            <a:spLocks xmlns:a="http://schemas.openxmlformats.org/drawingml/2006/main" noGrp="1"/>
          </p:cNvSpPr>
          <p:nvPr/>
        </p:nvSpPr>
        <p:spPr>
          <a:xfrm xmlns:a="http://schemas.openxmlformats.org/drawingml/2006/main" rot="0">
            <a:off x="14287500" y="4324350"/>
            <a:ext cx="171450" cy="171450"/>
          </a:xfrm>
          <a:prstGeom xmlns:a="http://schemas.openxmlformats.org/drawingml/2006/main" prst="ellipse">
            <a:avLst/>
          </a:prstGeom>
          <a:solidFill xmlns:a="http://schemas.openxmlformats.org/drawingml/2006/main">
            <a:srgbClr val="F4B153"/>
          </a:solidFill>
          <a:ln xmlns:a="http://schemas.openxmlformats.org/drawingml/2006/main" w="0">
            <a:noFill/>
            <a:prstDash val="solid"/>
          </a:ln>
        </p:spPr>
      </p:sp>
      <p:sp>
        <p:nvSpPr>
          <p:cNvPr id="153" name="Survival-153">
            <a:extLst xmlns:a="http://schemas.openxmlformats.org/drawingml/2006/main">
              <a:ext uri="{FF2B5EF4-FFF2-40B4-BE49-F238E27FC236}">
                <a16:creationId xmlns:a16="http://schemas.microsoft.com/office/drawing/2014/main" id="{42BF2806-C0B0-4132-B6F1-5BC134606A5D}"/>
              </a:ext>
            </a:extLst>
          </p:cNvPr>
          <p:cNvSpPr>
            <a:spLocks xmlns:a="http://schemas.openxmlformats.org/drawingml/2006/main" noGrp="1"/>
          </p:cNvSpPr>
          <p:nvPr/>
        </p:nvSpPr>
        <p:spPr>
          <a:xfrm xmlns:a="http://schemas.openxmlformats.org/drawingml/2006/main" rot="0">
            <a:off x="13811250" y="468630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4B153"/>
                </a:solidFill>
                <a:latin typeface="Arial"/>
                <a:ea typeface="Arial"/>
                <a:cs typeface="Arial"/>
              </a:defRPr>
            </a:pPr>
            <a:r>
              <a:rPr sz="1275" b="1">
                <a:solidFill>
                  <a:srgbClr val="F4B153"/>
                </a:solidFill>
                <a:latin typeface="Arial"/>
                <a:ea typeface="Arial"/>
                <a:cs typeface="Arial"/>
              </a:rPr>
              <a:t>Survival</a:t>
            </a:r>
          </a:p>
        </p:txBody>
      </p:sp>
      <p:sp>
        <p:nvSpPr>
          <p:cNvPr id="154" name="✓-154">
            <a:extLst xmlns:a="http://schemas.openxmlformats.org/drawingml/2006/main">
              <a:ext uri="{FF2B5EF4-FFF2-40B4-BE49-F238E27FC236}">
                <a16:creationId xmlns:a16="http://schemas.microsoft.com/office/drawing/2014/main" id="{93FFAD4F-CE49-4710-80BF-F812CC952147}"/>
              </a:ext>
            </a:extLst>
          </p:cNvPr>
          <p:cNvSpPr>
            <a:spLocks xmlns:a="http://schemas.openxmlformats.org/drawingml/2006/main" noGrp="1"/>
          </p:cNvSpPr>
          <p:nvPr/>
        </p:nvSpPr>
        <p:spPr>
          <a:xfrm xmlns:a="http://schemas.openxmlformats.org/drawingml/2006/main" rot="0">
            <a:off x="14668500" y="4143375"/>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69445"/>
                </a:solidFill>
                <a:latin typeface="Arial"/>
                <a:ea typeface="Arial"/>
                <a:cs typeface="Arial"/>
              </a:defRPr>
            </a:pPr>
            <a:r>
              <a:rPr sz="2400" b="1">
                <a:solidFill>
                  <a:srgbClr val="269445"/>
                </a:solidFill>
                <a:latin typeface="Arial"/>
                <a:ea typeface="Arial"/>
                <a:cs typeface="Arial"/>
              </a:rPr>
              <a:t>✓</a:t>
            </a:r>
          </a:p>
        </p:txBody>
      </p:sp>
      <p:sp>
        <p:nvSpPr>
          <p:cNvPr id="155" name="Selection enriches cells with promoter c-155">
            <a:extLst xmlns:a="http://schemas.openxmlformats.org/drawingml/2006/main">
              <a:ext uri="{FF2B5EF4-FFF2-40B4-BE49-F238E27FC236}">
                <a16:creationId xmlns:a16="http://schemas.microsoft.com/office/drawing/2014/main" id="{2EA2A19D-4976-495B-B286-820BF0AD0469}"/>
              </a:ext>
            </a:extLst>
          </p:cNvPr>
          <p:cNvSpPr>
            <a:spLocks xmlns:a="http://schemas.openxmlformats.org/drawingml/2006/main" noGrp="1"/>
          </p:cNvSpPr>
          <p:nvPr/>
        </p:nvSpPr>
        <p:spPr>
          <a:xfrm xmlns:a="http://schemas.openxmlformats.org/drawingml/2006/main" rot="0">
            <a:off x="8591550" y="5010150"/>
            <a:ext cx="6191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42238"/>
                </a:solidFill>
                <a:latin typeface="Arial"/>
                <a:ea typeface="Arial"/>
                <a:cs typeface="Arial"/>
              </a:defRPr>
            </a:pPr>
            <a:r>
              <a:rPr sz="1650" b="1">
                <a:solidFill>
                  <a:srgbClr val="142238"/>
                </a:solidFill>
                <a:latin typeface="Arial"/>
                <a:ea typeface="Arial"/>
                <a:cs typeface="Arial"/>
              </a:rPr>
              <a:t>Selection enriches cells with promoter capture</a:t>
            </a:r>
          </a:p>
        </p:txBody>
      </p:sp>
      <p:sp>
        <p:nvSpPr>
          <p:cNvPr id="156" name="line-156">
            <a:extLst xmlns:a="http://schemas.openxmlformats.org/drawingml/2006/main">
              <a:ext uri="{FF2B5EF4-FFF2-40B4-BE49-F238E27FC236}">
                <a16:creationId xmlns:a16="http://schemas.microsoft.com/office/drawing/2014/main" id="{9932DB2C-B7EC-4A2F-B59F-F0D2974CFFD3}"/>
              </a:ext>
            </a:extLst>
          </p:cNvPr>
          <p:cNvSpPr>
            <a:spLocks xmlns:a="http://schemas.openxmlformats.org/drawingml/2006/main" noGrp="1"/>
          </p:cNvSpPr>
          <p:nvPr/>
        </p:nvSpPr>
        <p:spPr>
          <a:xfrm xmlns:a="http://schemas.openxmlformats.org/drawingml/2006/main">
            <a:off x="8582025" y="5486400"/>
            <a:ext cx="6276975" cy="9525"/>
          </a:xfrm>
          <a:custGeom xmlns:a="http://schemas.openxmlformats.org/drawingml/2006/main">
            <a:pathLst>
              <a:path w="6276975" h="9525">
                <a:moveTo>
                  <a:pt x="0" y="0"/>
                </a:moveTo>
                <a:lnTo>
                  <a:pt x="6276975" y="0"/>
                </a:lnTo>
              </a:path>
            </a:pathLst>
          </a:custGeom>
          <a:noFill xmlns:a="http://schemas.openxmlformats.org/drawingml/2006/main"/>
          <a:ln xmlns:a="http://schemas.openxmlformats.org/drawingml/2006/main" w="12383">
            <a:solidFill>
              <a:srgbClr val="B8C0CB"/>
            </a:solidFill>
            <a:prstDash val="solid"/>
          </a:ln>
        </p:spPr>
      </p:sp>
      <p:sp>
        <p:nvSpPr>
          <p:cNvPr id="157" name="C-157">
            <a:extLst xmlns:a="http://schemas.openxmlformats.org/drawingml/2006/main">
              <a:ext uri="{FF2B5EF4-FFF2-40B4-BE49-F238E27FC236}">
                <a16:creationId xmlns:a16="http://schemas.microsoft.com/office/drawing/2014/main" id="{9B05592E-B5B4-406B-8BE5-A6E1C33FD11D}"/>
              </a:ext>
            </a:extLst>
          </p:cNvPr>
          <p:cNvSpPr>
            <a:spLocks xmlns:a="http://schemas.openxmlformats.org/drawingml/2006/main" noGrp="1"/>
          </p:cNvSpPr>
          <p:nvPr/>
        </p:nvSpPr>
        <p:spPr>
          <a:xfrm xmlns:a="http://schemas.openxmlformats.org/drawingml/2006/main" rot="0">
            <a:off x="8582025" y="5667375"/>
            <a:ext cx="333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42238"/>
                </a:solidFill>
                <a:latin typeface="Arial"/>
                <a:ea typeface="Arial"/>
                <a:cs typeface="Arial"/>
              </a:defRPr>
            </a:pPr>
            <a:r>
              <a:rPr sz="2250" b="1">
                <a:solidFill>
                  <a:srgbClr val="142238"/>
                </a:solidFill>
                <a:latin typeface="Arial"/>
                <a:ea typeface="Arial"/>
                <a:cs typeface="Arial"/>
              </a:rPr>
              <a:t>C</a:t>
            </a:r>
          </a:p>
        </p:txBody>
      </p:sp>
      <p:sp>
        <p:nvSpPr>
          <p:cNvPr id="158" name="Expected reporter conversion-158">
            <a:extLst xmlns:a="http://schemas.openxmlformats.org/drawingml/2006/main">
              <a:ext uri="{FF2B5EF4-FFF2-40B4-BE49-F238E27FC236}">
                <a16:creationId xmlns:a16="http://schemas.microsoft.com/office/drawing/2014/main" id="{55F70DAA-E486-42E1-8FEC-EEB417300E98}"/>
              </a:ext>
            </a:extLst>
          </p:cNvPr>
          <p:cNvSpPr>
            <a:spLocks xmlns:a="http://schemas.openxmlformats.org/drawingml/2006/main" noGrp="1"/>
          </p:cNvSpPr>
          <p:nvPr/>
        </p:nvSpPr>
        <p:spPr>
          <a:xfrm xmlns:a="http://schemas.openxmlformats.org/drawingml/2006/main" rot="0">
            <a:off x="9010650" y="5676900"/>
            <a:ext cx="5838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42238"/>
                </a:solidFill>
                <a:latin typeface="Arial"/>
                <a:ea typeface="Arial"/>
                <a:cs typeface="Arial"/>
              </a:defRPr>
            </a:pPr>
            <a:r>
              <a:rPr sz="2025" b="1">
                <a:solidFill>
                  <a:srgbClr val="142238"/>
                </a:solidFill>
                <a:latin typeface="Arial"/>
                <a:ea typeface="Arial"/>
                <a:cs typeface="Arial"/>
              </a:rPr>
              <a:t>Expected reporter conversion</a:t>
            </a:r>
          </a:p>
        </p:txBody>
      </p:sp>
      <p:sp>
        <p:nvSpPr>
          <p:cNvPr id="159" name="Parental-159">
            <a:extLst xmlns:a="http://schemas.openxmlformats.org/drawingml/2006/main">
              <a:ext uri="{FF2B5EF4-FFF2-40B4-BE49-F238E27FC236}">
                <a16:creationId xmlns:a16="http://schemas.microsoft.com/office/drawing/2014/main" id="{2AD2A20C-C42A-4177-BC6A-6ECC7270D052}"/>
              </a:ext>
            </a:extLst>
          </p:cNvPr>
          <p:cNvSpPr>
            <a:spLocks xmlns:a="http://schemas.openxmlformats.org/drawingml/2006/main" noGrp="1"/>
          </p:cNvSpPr>
          <p:nvPr/>
        </p:nvSpPr>
        <p:spPr>
          <a:xfrm xmlns:a="http://schemas.openxmlformats.org/drawingml/2006/main" rot="0">
            <a:off x="9010650" y="61531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42238"/>
                </a:solidFill>
                <a:latin typeface="Arial"/>
                <a:ea typeface="Arial"/>
                <a:cs typeface="Arial"/>
              </a:defRPr>
            </a:pPr>
            <a:r>
              <a:rPr sz="1425" b="1">
                <a:solidFill>
                  <a:srgbClr val="142238"/>
                </a:solidFill>
                <a:latin typeface="Arial"/>
                <a:ea typeface="Arial"/>
                <a:cs typeface="Arial"/>
              </a:rPr>
              <a:t>Parental</a:t>
            </a:r>
          </a:p>
        </p:txBody>
      </p:sp>
      <p:sp>
        <p:nvSpPr>
          <p:cNvPr id="160" name="FACS frame-160">
            <a:extLst xmlns:a="http://schemas.openxmlformats.org/drawingml/2006/main">
              <a:ext uri="{FF2B5EF4-FFF2-40B4-BE49-F238E27FC236}">
                <a16:creationId xmlns:a16="http://schemas.microsoft.com/office/drawing/2014/main" id="{1F846D2D-2F81-41DC-A0CD-B563057B972C}"/>
              </a:ext>
            </a:extLst>
          </p:cNvPr>
          <p:cNvSpPr>
            <a:spLocks xmlns:a="http://schemas.openxmlformats.org/drawingml/2006/main" noGrp="1"/>
          </p:cNvSpPr>
          <p:nvPr/>
        </p:nvSpPr>
        <p:spPr>
          <a:xfrm xmlns:a="http://schemas.openxmlformats.org/drawingml/2006/main" rot="0">
            <a:off x="9201150" y="6448425"/>
            <a:ext cx="1143000" cy="1143000"/>
          </a:xfrm>
          <a:prstGeom xmlns:a="http://schemas.openxmlformats.org/drawingml/2006/main" prst="rect">
            <a:avLst/>
          </a:prstGeom>
          <a:noFill xmlns:a="http://schemas.openxmlformats.org/drawingml/2006/main"/>
          <a:ln xmlns:a="http://schemas.openxmlformats.org/drawingml/2006/main" w="14288">
            <a:solidFill>
              <a:srgbClr val="142238"/>
            </a:solidFill>
            <a:prstDash val="solid"/>
          </a:ln>
        </p:spPr>
      </p:sp>
      <p:sp>
        <p:nvSpPr>
          <p:cNvPr id="161" name="line-161">
            <a:extLst xmlns:a="http://schemas.openxmlformats.org/drawingml/2006/main">
              <a:ext uri="{FF2B5EF4-FFF2-40B4-BE49-F238E27FC236}">
                <a16:creationId xmlns:a16="http://schemas.microsoft.com/office/drawing/2014/main" id="{754CBD56-1D07-43D3-AB35-A9111A6ED537}"/>
              </a:ext>
            </a:extLst>
          </p:cNvPr>
          <p:cNvSpPr>
            <a:spLocks xmlns:a="http://schemas.openxmlformats.org/drawingml/2006/main" noGrp="1"/>
          </p:cNvSpPr>
          <p:nvPr/>
        </p:nvSpPr>
        <p:spPr>
          <a:xfrm xmlns:a="http://schemas.openxmlformats.org/drawingml/2006/main">
            <a:off x="92011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62" name="line-162">
            <a:extLst xmlns:a="http://schemas.openxmlformats.org/drawingml/2006/main">
              <a:ext uri="{FF2B5EF4-FFF2-40B4-BE49-F238E27FC236}">
                <a16:creationId xmlns:a16="http://schemas.microsoft.com/office/drawing/2014/main" id="{A9D6A2F4-3F06-4DFD-B90B-D434349C6515}"/>
              </a:ext>
            </a:extLst>
          </p:cNvPr>
          <p:cNvSpPr>
            <a:spLocks xmlns:a="http://schemas.openxmlformats.org/drawingml/2006/main" noGrp="1"/>
          </p:cNvSpPr>
          <p:nvPr/>
        </p:nvSpPr>
        <p:spPr>
          <a:xfrm xmlns:a="http://schemas.openxmlformats.org/drawingml/2006/main">
            <a:off x="9772650" y="64484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63" name="line-163">
            <a:extLst xmlns:a="http://schemas.openxmlformats.org/drawingml/2006/main">
              <a:ext uri="{FF2B5EF4-FFF2-40B4-BE49-F238E27FC236}">
                <a16:creationId xmlns:a16="http://schemas.microsoft.com/office/drawing/2014/main" id="{3B287040-CCF0-432E-9698-645911A411E6}"/>
              </a:ext>
            </a:extLst>
          </p:cNvPr>
          <p:cNvSpPr>
            <a:spLocks xmlns:a="http://schemas.openxmlformats.org/drawingml/2006/main" noGrp="1"/>
          </p:cNvSpPr>
          <p:nvPr/>
        </p:nvSpPr>
        <p:spPr>
          <a:xfrm xmlns:a="http://schemas.openxmlformats.org/drawingml/2006/main">
            <a:off x="92964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64" name="line-164">
            <a:extLst xmlns:a="http://schemas.openxmlformats.org/drawingml/2006/main">
              <a:ext uri="{FF2B5EF4-FFF2-40B4-BE49-F238E27FC236}">
                <a16:creationId xmlns:a16="http://schemas.microsoft.com/office/drawing/2014/main" id="{8B3E1DA3-6A4B-44DA-BCCC-7DD4FC1961F6}"/>
              </a:ext>
            </a:extLst>
          </p:cNvPr>
          <p:cNvSpPr>
            <a:spLocks xmlns:a="http://schemas.openxmlformats.org/drawingml/2006/main" noGrp="1"/>
          </p:cNvSpPr>
          <p:nvPr/>
        </p:nvSpPr>
        <p:spPr>
          <a:xfrm xmlns:a="http://schemas.openxmlformats.org/drawingml/2006/main">
            <a:off x="9772650" y="65436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65" name="line-165">
            <a:extLst xmlns:a="http://schemas.openxmlformats.org/drawingml/2006/main">
              <a:ext uri="{FF2B5EF4-FFF2-40B4-BE49-F238E27FC236}">
                <a16:creationId xmlns:a16="http://schemas.microsoft.com/office/drawing/2014/main" id="{41FD6CD5-052A-45A8-B823-829A346C825F}"/>
              </a:ext>
            </a:extLst>
          </p:cNvPr>
          <p:cNvSpPr>
            <a:spLocks xmlns:a="http://schemas.openxmlformats.org/drawingml/2006/main" noGrp="1"/>
          </p:cNvSpPr>
          <p:nvPr/>
        </p:nvSpPr>
        <p:spPr>
          <a:xfrm xmlns:a="http://schemas.openxmlformats.org/drawingml/2006/main">
            <a:off x="93916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66" name="line-166">
            <a:extLst xmlns:a="http://schemas.openxmlformats.org/drawingml/2006/main">
              <a:ext uri="{FF2B5EF4-FFF2-40B4-BE49-F238E27FC236}">
                <a16:creationId xmlns:a16="http://schemas.microsoft.com/office/drawing/2014/main" id="{DB787654-A8EA-4BB6-93BE-C6F8A6E96352}"/>
              </a:ext>
            </a:extLst>
          </p:cNvPr>
          <p:cNvSpPr>
            <a:spLocks xmlns:a="http://schemas.openxmlformats.org/drawingml/2006/main" noGrp="1"/>
          </p:cNvSpPr>
          <p:nvPr/>
        </p:nvSpPr>
        <p:spPr>
          <a:xfrm xmlns:a="http://schemas.openxmlformats.org/drawingml/2006/main">
            <a:off x="9772650" y="66389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67" name="line-167">
            <a:extLst xmlns:a="http://schemas.openxmlformats.org/drawingml/2006/main">
              <a:ext uri="{FF2B5EF4-FFF2-40B4-BE49-F238E27FC236}">
                <a16:creationId xmlns:a16="http://schemas.microsoft.com/office/drawing/2014/main" id="{3EDD573E-F5F3-4F6A-8DB9-338DEEF069E7}"/>
              </a:ext>
            </a:extLst>
          </p:cNvPr>
          <p:cNvSpPr>
            <a:spLocks xmlns:a="http://schemas.openxmlformats.org/drawingml/2006/main" noGrp="1"/>
          </p:cNvSpPr>
          <p:nvPr/>
        </p:nvSpPr>
        <p:spPr>
          <a:xfrm xmlns:a="http://schemas.openxmlformats.org/drawingml/2006/main">
            <a:off x="94869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68" name="line-168">
            <a:extLst xmlns:a="http://schemas.openxmlformats.org/drawingml/2006/main">
              <a:ext uri="{FF2B5EF4-FFF2-40B4-BE49-F238E27FC236}">
                <a16:creationId xmlns:a16="http://schemas.microsoft.com/office/drawing/2014/main" id="{59354641-D01C-4CE2-BF8B-D177607AF8BB}"/>
              </a:ext>
            </a:extLst>
          </p:cNvPr>
          <p:cNvSpPr>
            <a:spLocks xmlns:a="http://schemas.openxmlformats.org/drawingml/2006/main" noGrp="1"/>
          </p:cNvSpPr>
          <p:nvPr/>
        </p:nvSpPr>
        <p:spPr>
          <a:xfrm xmlns:a="http://schemas.openxmlformats.org/drawingml/2006/main">
            <a:off x="9772650" y="67341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69" name="line-169">
            <a:extLst xmlns:a="http://schemas.openxmlformats.org/drawingml/2006/main">
              <a:ext uri="{FF2B5EF4-FFF2-40B4-BE49-F238E27FC236}">
                <a16:creationId xmlns:a16="http://schemas.microsoft.com/office/drawing/2014/main" id="{86253842-ED80-47C4-8E58-3FF5FA2A6318}"/>
              </a:ext>
            </a:extLst>
          </p:cNvPr>
          <p:cNvSpPr>
            <a:spLocks xmlns:a="http://schemas.openxmlformats.org/drawingml/2006/main" noGrp="1"/>
          </p:cNvSpPr>
          <p:nvPr/>
        </p:nvSpPr>
        <p:spPr>
          <a:xfrm xmlns:a="http://schemas.openxmlformats.org/drawingml/2006/main">
            <a:off x="95821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70" name="line-170">
            <a:extLst xmlns:a="http://schemas.openxmlformats.org/drawingml/2006/main">
              <a:ext uri="{FF2B5EF4-FFF2-40B4-BE49-F238E27FC236}">
                <a16:creationId xmlns:a16="http://schemas.microsoft.com/office/drawing/2014/main" id="{B84EFDEA-631A-44AF-A0E0-B1B8AC67F728}"/>
              </a:ext>
            </a:extLst>
          </p:cNvPr>
          <p:cNvSpPr>
            <a:spLocks xmlns:a="http://schemas.openxmlformats.org/drawingml/2006/main" noGrp="1"/>
          </p:cNvSpPr>
          <p:nvPr/>
        </p:nvSpPr>
        <p:spPr>
          <a:xfrm xmlns:a="http://schemas.openxmlformats.org/drawingml/2006/main">
            <a:off x="9772650" y="68294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71" name="line-171">
            <a:extLst xmlns:a="http://schemas.openxmlformats.org/drawingml/2006/main">
              <a:ext uri="{FF2B5EF4-FFF2-40B4-BE49-F238E27FC236}">
                <a16:creationId xmlns:a16="http://schemas.microsoft.com/office/drawing/2014/main" id="{DF4D104D-74EB-494E-BE06-FD4C7EB08583}"/>
              </a:ext>
            </a:extLst>
          </p:cNvPr>
          <p:cNvSpPr>
            <a:spLocks xmlns:a="http://schemas.openxmlformats.org/drawingml/2006/main" noGrp="1"/>
          </p:cNvSpPr>
          <p:nvPr/>
        </p:nvSpPr>
        <p:spPr>
          <a:xfrm xmlns:a="http://schemas.openxmlformats.org/drawingml/2006/main">
            <a:off x="96774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72" name="line-172">
            <a:extLst xmlns:a="http://schemas.openxmlformats.org/drawingml/2006/main">
              <a:ext uri="{FF2B5EF4-FFF2-40B4-BE49-F238E27FC236}">
                <a16:creationId xmlns:a16="http://schemas.microsoft.com/office/drawing/2014/main" id="{BF82CFDA-09EB-44FA-B6D0-8A9FCB025BC0}"/>
              </a:ext>
            </a:extLst>
          </p:cNvPr>
          <p:cNvSpPr>
            <a:spLocks xmlns:a="http://schemas.openxmlformats.org/drawingml/2006/main" noGrp="1"/>
          </p:cNvSpPr>
          <p:nvPr/>
        </p:nvSpPr>
        <p:spPr>
          <a:xfrm xmlns:a="http://schemas.openxmlformats.org/drawingml/2006/main">
            <a:off x="9772650" y="69246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73" name="line-173">
            <a:extLst xmlns:a="http://schemas.openxmlformats.org/drawingml/2006/main">
              <a:ext uri="{FF2B5EF4-FFF2-40B4-BE49-F238E27FC236}">
                <a16:creationId xmlns:a16="http://schemas.microsoft.com/office/drawing/2014/main" id="{7A49E069-B3BC-4AD3-A7A6-39C24091F451}"/>
              </a:ext>
            </a:extLst>
          </p:cNvPr>
          <p:cNvSpPr>
            <a:spLocks xmlns:a="http://schemas.openxmlformats.org/drawingml/2006/main" noGrp="1"/>
          </p:cNvSpPr>
          <p:nvPr/>
        </p:nvSpPr>
        <p:spPr>
          <a:xfrm xmlns:a="http://schemas.openxmlformats.org/drawingml/2006/main">
            <a:off x="97726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74" name="line-174">
            <a:extLst xmlns:a="http://schemas.openxmlformats.org/drawingml/2006/main">
              <a:ext uri="{FF2B5EF4-FFF2-40B4-BE49-F238E27FC236}">
                <a16:creationId xmlns:a16="http://schemas.microsoft.com/office/drawing/2014/main" id="{FFB90B93-C872-4626-A894-D424442AE47E}"/>
              </a:ext>
            </a:extLst>
          </p:cNvPr>
          <p:cNvSpPr>
            <a:spLocks xmlns:a="http://schemas.openxmlformats.org/drawingml/2006/main" noGrp="1"/>
          </p:cNvSpPr>
          <p:nvPr/>
        </p:nvSpPr>
        <p:spPr>
          <a:xfrm xmlns:a="http://schemas.openxmlformats.org/drawingml/2006/main">
            <a:off x="9772650" y="70199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75" name="line-175">
            <a:extLst xmlns:a="http://schemas.openxmlformats.org/drawingml/2006/main">
              <a:ext uri="{FF2B5EF4-FFF2-40B4-BE49-F238E27FC236}">
                <a16:creationId xmlns:a16="http://schemas.microsoft.com/office/drawing/2014/main" id="{93CFC596-B0C0-40BE-AD98-CACDFEE0CF90}"/>
              </a:ext>
            </a:extLst>
          </p:cNvPr>
          <p:cNvSpPr>
            <a:spLocks xmlns:a="http://schemas.openxmlformats.org/drawingml/2006/main" noGrp="1"/>
          </p:cNvSpPr>
          <p:nvPr/>
        </p:nvSpPr>
        <p:spPr>
          <a:xfrm xmlns:a="http://schemas.openxmlformats.org/drawingml/2006/main">
            <a:off x="98679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76" name="line-176">
            <a:extLst xmlns:a="http://schemas.openxmlformats.org/drawingml/2006/main">
              <a:ext uri="{FF2B5EF4-FFF2-40B4-BE49-F238E27FC236}">
                <a16:creationId xmlns:a16="http://schemas.microsoft.com/office/drawing/2014/main" id="{27FAE24E-7720-49BC-B890-769BF5C59D5A}"/>
              </a:ext>
            </a:extLst>
          </p:cNvPr>
          <p:cNvSpPr>
            <a:spLocks xmlns:a="http://schemas.openxmlformats.org/drawingml/2006/main" noGrp="1"/>
          </p:cNvSpPr>
          <p:nvPr/>
        </p:nvSpPr>
        <p:spPr>
          <a:xfrm xmlns:a="http://schemas.openxmlformats.org/drawingml/2006/main">
            <a:off x="9772650" y="71151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77" name="line-177">
            <a:extLst xmlns:a="http://schemas.openxmlformats.org/drawingml/2006/main">
              <a:ext uri="{FF2B5EF4-FFF2-40B4-BE49-F238E27FC236}">
                <a16:creationId xmlns:a16="http://schemas.microsoft.com/office/drawing/2014/main" id="{E982661A-BC76-43D4-A13A-67FA9A1B0669}"/>
              </a:ext>
            </a:extLst>
          </p:cNvPr>
          <p:cNvSpPr>
            <a:spLocks xmlns:a="http://schemas.openxmlformats.org/drawingml/2006/main" noGrp="1"/>
          </p:cNvSpPr>
          <p:nvPr/>
        </p:nvSpPr>
        <p:spPr>
          <a:xfrm xmlns:a="http://schemas.openxmlformats.org/drawingml/2006/main">
            <a:off x="99631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78" name="line-178">
            <a:extLst xmlns:a="http://schemas.openxmlformats.org/drawingml/2006/main">
              <a:ext uri="{FF2B5EF4-FFF2-40B4-BE49-F238E27FC236}">
                <a16:creationId xmlns:a16="http://schemas.microsoft.com/office/drawing/2014/main" id="{EDD0A005-F5CE-4108-B716-52E153B577FB}"/>
              </a:ext>
            </a:extLst>
          </p:cNvPr>
          <p:cNvSpPr>
            <a:spLocks xmlns:a="http://schemas.openxmlformats.org/drawingml/2006/main" noGrp="1"/>
          </p:cNvSpPr>
          <p:nvPr/>
        </p:nvSpPr>
        <p:spPr>
          <a:xfrm xmlns:a="http://schemas.openxmlformats.org/drawingml/2006/main">
            <a:off x="9772650" y="72104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79" name="line-179">
            <a:extLst xmlns:a="http://schemas.openxmlformats.org/drawingml/2006/main">
              <a:ext uri="{FF2B5EF4-FFF2-40B4-BE49-F238E27FC236}">
                <a16:creationId xmlns:a16="http://schemas.microsoft.com/office/drawing/2014/main" id="{7BB4E2C1-24D5-4A36-B12A-D544DDDABA1F}"/>
              </a:ext>
            </a:extLst>
          </p:cNvPr>
          <p:cNvSpPr>
            <a:spLocks xmlns:a="http://schemas.openxmlformats.org/drawingml/2006/main" noGrp="1"/>
          </p:cNvSpPr>
          <p:nvPr/>
        </p:nvSpPr>
        <p:spPr>
          <a:xfrm xmlns:a="http://schemas.openxmlformats.org/drawingml/2006/main">
            <a:off x="100584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80" name="line-180">
            <a:extLst xmlns:a="http://schemas.openxmlformats.org/drawingml/2006/main">
              <a:ext uri="{FF2B5EF4-FFF2-40B4-BE49-F238E27FC236}">
                <a16:creationId xmlns:a16="http://schemas.microsoft.com/office/drawing/2014/main" id="{030AB699-6228-4D7A-84CB-9D7151D47630}"/>
              </a:ext>
            </a:extLst>
          </p:cNvPr>
          <p:cNvSpPr>
            <a:spLocks xmlns:a="http://schemas.openxmlformats.org/drawingml/2006/main" noGrp="1"/>
          </p:cNvSpPr>
          <p:nvPr/>
        </p:nvSpPr>
        <p:spPr>
          <a:xfrm xmlns:a="http://schemas.openxmlformats.org/drawingml/2006/main">
            <a:off x="9772650" y="73056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81" name="line-181">
            <a:extLst xmlns:a="http://schemas.openxmlformats.org/drawingml/2006/main">
              <a:ext uri="{FF2B5EF4-FFF2-40B4-BE49-F238E27FC236}">
                <a16:creationId xmlns:a16="http://schemas.microsoft.com/office/drawing/2014/main" id="{B5F7397B-7599-40F7-A182-CE42B46F7E9E}"/>
              </a:ext>
            </a:extLst>
          </p:cNvPr>
          <p:cNvSpPr>
            <a:spLocks xmlns:a="http://schemas.openxmlformats.org/drawingml/2006/main" noGrp="1"/>
          </p:cNvSpPr>
          <p:nvPr/>
        </p:nvSpPr>
        <p:spPr>
          <a:xfrm xmlns:a="http://schemas.openxmlformats.org/drawingml/2006/main">
            <a:off x="101536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82" name="line-182">
            <a:extLst xmlns:a="http://schemas.openxmlformats.org/drawingml/2006/main">
              <a:ext uri="{FF2B5EF4-FFF2-40B4-BE49-F238E27FC236}">
                <a16:creationId xmlns:a16="http://schemas.microsoft.com/office/drawing/2014/main" id="{1206B909-698D-4BD1-AD0E-92848F1EB912}"/>
              </a:ext>
            </a:extLst>
          </p:cNvPr>
          <p:cNvSpPr>
            <a:spLocks xmlns:a="http://schemas.openxmlformats.org/drawingml/2006/main" noGrp="1"/>
          </p:cNvSpPr>
          <p:nvPr/>
        </p:nvSpPr>
        <p:spPr>
          <a:xfrm xmlns:a="http://schemas.openxmlformats.org/drawingml/2006/main">
            <a:off x="9772650" y="74009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83" name="line-183">
            <a:extLst xmlns:a="http://schemas.openxmlformats.org/drawingml/2006/main">
              <a:ext uri="{FF2B5EF4-FFF2-40B4-BE49-F238E27FC236}">
                <a16:creationId xmlns:a16="http://schemas.microsoft.com/office/drawing/2014/main" id="{FEC0E6CC-C025-42A3-9C62-1CABB2C2A174}"/>
              </a:ext>
            </a:extLst>
          </p:cNvPr>
          <p:cNvSpPr>
            <a:spLocks xmlns:a="http://schemas.openxmlformats.org/drawingml/2006/main" noGrp="1"/>
          </p:cNvSpPr>
          <p:nvPr/>
        </p:nvSpPr>
        <p:spPr>
          <a:xfrm xmlns:a="http://schemas.openxmlformats.org/drawingml/2006/main">
            <a:off x="102489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184" name="line-184">
            <a:extLst xmlns:a="http://schemas.openxmlformats.org/drawingml/2006/main">
              <a:ext uri="{FF2B5EF4-FFF2-40B4-BE49-F238E27FC236}">
                <a16:creationId xmlns:a16="http://schemas.microsoft.com/office/drawing/2014/main" id="{3C34C656-A368-4963-8E79-B15D4F2FC190}"/>
              </a:ext>
            </a:extLst>
          </p:cNvPr>
          <p:cNvSpPr>
            <a:spLocks xmlns:a="http://schemas.openxmlformats.org/drawingml/2006/main" noGrp="1"/>
          </p:cNvSpPr>
          <p:nvPr/>
        </p:nvSpPr>
        <p:spPr>
          <a:xfrm xmlns:a="http://schemas.openxmlformats.org/drawingml/2006/main">
            <a:off x="9772650" y="74961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185" name="Illustrative FACS event-185">
            <a:extLst xmlns:a="http://schemas.openxmlformats.org/drawingml/2006/main">
              <a:ext uri="{FF2B5EF4-FFF2-40B4-BE49-F238E27FC236}">
                <a16:creationId xmlns:a16="http://schemas.microsoft.com/office/drawing/2014/main" id="{66FB88F9-C19D-4FF7-B7F6-A314C9F2A8CD}"/>
              </a:ext>
            </a:extLst>
          </p:cNvPr>
          <p:cNvSpPr>
            <a:spLocks xmlns:a="http://schemas.openxmlformats.org/drawingml/2006/main" noGrp="1"/>
          </p:cNvSpPr>
          <p:nvPr/>
        </p:nvSpPr>
        <p:spPr>
          <a:xfrm xmlns:a="http://schemas.openxmlformats.org/drawingml/2006/main" rot="0">
            <a:off x="10033924" y="716832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86" name="Illustrative FACS event-186">
            <a:extLst xmlns:a="http://schemas.openxmlformats.org/drawingml/2006/main">
              <a:ext uri="{FF2B5EF4-FFF2-40B4-BE49-F238E27FC236}">
                <a16:creationId xmlns:a16="http://schemas.microsoft.com/office/drawing/2014/main" id="{B45A8045-F5DF-4E37-873A-08513CEABED6}"/>
              </a:ext>
            </a:extLst>
          </p:cNvPr>
          <p:cNvSpPr>
            <a:spLocks xmlns:a="http://schemas.openxmlformats.org/drawingml/2006/main" noGrp="1"/>
          </p:cNvSpPr>
          <p:nvPr/>
        </p:nvSpPr>
        <p:spPr>
          <a:xfrm xmlns:a="http://schemas.openxmlformats.org/drawingml/2006/main" rot="0">
            <a:off x="10000988" y="722533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87" name="Illustrative FACS event-187">
            <a:extLst xmlns:a="http://schemas.openxmlformats.org/drawingml/2006/main">
              <a:ext uri="{FF2B5EF4-FFF2-40B4-BE49-F238E27FC236}">
                <a16:creationId xmlns:a16="http://schemas.microsoft.com/office/drawing/2014/main" id="{502D20B0-FACE-4C97-8559-4D32F67B5E3F}"/>
              </a:ext>
            </a:extLst>
          </p:cNvPr>
          <p:cNvSpPr>
            <a:spLocks xmlns:a="http://schemas.openxmlformats.org/drawingml/2006/main" noGrp="1"/>
          </p:cNvSpPr>
          <p:nvPr/>
        </p:nvSpPr>
        <p:spPr>
          <a:xfrm xmlns:a="http://schemas.openxmlformats.org/drawingml/2006/main" rot="0">
            <a:off x="9878417" y="7361527"/>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88" name="Illustrative FACS event-188">
            <a:extLst xmlns:a="http://schemas.openxmlformats.org/drawingml/2006/main">
              <a:ext uri="{FF2B5EF4-FFF2-40B4-BE49-F238E27FC236}">
                <a16:creationId xmlns:a16="http://schemas.microsoft.com/office/drawing/2014/main" id="{4ECD9FD5-EA07-4635-889E-4E5597C9FCC5}"/>
              </a:ext>
            </a:extLst>
          </p:cNvPr>
          <p:cNvSpPr>
            <a:spLocks xmlns:a="http://schemas.openxmlformats.org/drawingml/2006/main" noGrp="1"/>
          </p:cNvSpPr>
          <p:nvPr/>
        </p:nvSpPr>
        <p:spPr>
          <a:xfrm xmlns:a="http://schemas.openxmlformats.org/drawingml/2006/main" rot="0">
            <a:off x="10040840" y="724658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89" name="Illustrative FACS event-189">
            <a:extLst xmlns:a="http://schemas.openxmlformats.org/drawingml/2006/main">
              <a:ext uri="{FF2B5EF4-FFF2-40B4-BE49-F238E27FC236}">
                <a16:creationId xmlns:a16="http://schemas.microsoft.com/office/drawing/2014/main" id="{CD70B9E3-2F03-4CFD-9895-8BEDAC7C20EF}"/>
              </a:ext>
            </a:extLst>
          </p:cNvPr>
          <p:cNvSpPr>
            <a:spLocks xmlns:a="http://schemas.openxmlformats.org/drawingml/2006/main" noGrp="1"/>
          </p:cNvSpPr>
          <p:nvPr/>
        </p:nvSpPr>
        <p:spPr>
          <a:xfrm xmlns:a="http://schemas.openxmlformats.org/drawingml/2006/main" rot="0">
            <a:off x="10129989" y="729940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0" name="Illustrative FACS event-190">
            <a:extLst xmlns:a="http://schemas.openxmlformats.org/drawingml/2006/main">
              <a:ext uri="{FF2B5EF4-FFF2-40B4-BE49-F238E27FC236}">
                <a16:creationId xmlns:a16="http://schemas.microsoft.com/office/drawing/2014/main" id="{44E96FF7-6012-4C6F-92EC-BFCAB1A2E9E9}"/>
              </a:ext>
            </a:extLst>
          </p:cNvPr>
          <p:cNvSpPr>
            <a:spLocks xmlns:a="http://schemas.openxmlformats.org/drawingml/2006/main" noGrp="1"/>
          </p:cNvSpPr>
          <p:nvPr/>
        </p:nvSpPr>
        <p:spPr>
          <a:xfrm xmlns:a="http://schemas.openxmlformats.org/drawingml/2006/main" rot="0">
            <a:off x="10142545" y="724569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1" name="Illustrative FACS event-191">
            <a:extLst xmlns:a="http://schemas.openxmlformats.org/drawingml/2006/main">
              <a:ext uri="{FF2B5EF4-FFF2-40B4-BE49-F238E27FC236}">
                <a16:creationId xmlns:a16="http://schemas.microsoft.com/office/drawing/2014/main" id="{00232E49-CDF4-4E3E-B654-40B001D1861E}"/>
              </a:ext>
            </a:extLst>
          </p:cNvPr>
          <p:cNvSpPr>
            <a:spLocks xmlns:a="http://schemas.openxmlformats.org/drawingml/2006/main" noGrp="1"/>
          </p:cNvSpPr>
          <p:nvPr/>
        </p:nvSpPr>
        <p:spPr>
          <a:xfrm xmlns:a="http://schemas.openxmlformats.org/drawingml/2006/main" rot="0">
            <a:off x="10045187" y="729648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2" name="Illustrative FACS event-192">
            <a:extLst xmlns:a="http://schemas.openxmlformats.org/drawingml/2006/main">
              <a:ext uri="{FF2B5EF4-FFF2-40B4-BE49-F238E27FC236}">
                <a16:creationId xmlns:a16="http://schemas.microsoft.com/office/drawing/2014/main" id="{17E8A799-AC41-499C-BEB5-A3D34E7F8E74}"/>
              </a:ext>
            </a:extLst>
          </p:cNvPr>
          <p:cNvSpPr>
            <a:spLocks xmlns:a="http://schemas.openxmlformats.org/drawingml/2006/main" noGrp="1"/>
          </p:cNvSpPr>
          <p:nvPr/>
        </p:nvSpPr>
        <p:spPr>
          <a:xfrm xmlns:a="http://schemas.openxmlformats.org/drawingml/2006/main" rot="0">
            <a:off x="10027971" y="732967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3" name="Illustrative FACS event-193">
            <a:extLst xmlns:a="http://schemas.openxmlformats.org/drawingml/2006/main">
              <a:ext uri="{FF2B5EF4-FFF2-40B4-BE49-F238E27FC236}">
                <a16:creationId xmlns:a16="http://schemas.microsoft.com/office/drawing/2014/main" id="{B1792A0B-BC82-44D2-B118-1BC1B6F660ED}"/>
              </a:ext>
            </a:extLst>
          </p:cNvPr>
          <p:cNvSpPr>
            <a:spLocks xmlns:a="http://schemas.openxmlformats.org/drawingml/2006/main" noGrp="1"/>
          </p:cNvSpPr>
          <p:nvPr/>
        </p:nvSpPr>
        <p:spPr>
          <a:xfrm xmlns:a="http://schemas.openxmlformats.org/drawingml/2006/main" rot="0">
            <a:off x="10043784" y="738101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4" name="Illustrative FACS event-194">
            <a:extLst xmlns:a="http://schemas.openxmlformats.org/drawingml/2006/main">
              <a:ext uri="{FF2B5EF4-FFF2-40B4-BE49-F238E27FC236}">
                <a16:creationId xmlns:a16="http://schemas.microsoft.com/office/drawing/2014/main" id="{57F3F5BF-A3C7-4709-B70B-B8689EEF15E3}"/>
              </a:ext>
            </a:extLst>
          </p:cNvPr>
          <p:cNvSpPr>
            <a:spLocks xmlns:a="http://schemas.openxmlformats.org/drawingml/2006/main" noGrp="1"/>
          </p:cNvSpPr>
          <p:nvPr/>
        </p:nvSpPr>
        <p:spPr>
          <a:xfrm xmlns:a="http://schemas.openxmlformats.org/drawingml/2006/main" rot="0">
            <a:off x="10086511" y="724695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5" name="Illustrative FACS event-195">
            <a:extLst xmlns:a="http://schemas.openxmlformats.org/drawingml/2006/main">
              <a:ext uri="{FF2B5EF4-FFF2-40B4-BE49-F238E27FC236}">
                <a16:creationId xmlns:a16="http://schemas.microsoft.com/office/drawing/2014/main" id="{27731148-3CF8-43E8-86E6-648F2666B064}"/>
              </a:ext>
            </a:extLst>
          </p:cNvPr>
          <p:cNvSpPr>
            <a:spLocks xmlns:a="http://schemas.openxmlformats.org/drawingml/2006/main" noGrp="1"/>
          </p:cNvSpPr>
          <p:nvPr/>
        </p:nvSpPr>
        <p:spPr>
          <a:xfrm xmlns:a="http://schemas.openxmlformats.org/drawingml/2006/main" rot="0">
            <a:off x="9959133" y="727281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6" name="Illustrative FACS event-196">
            <a:extLst xmlns:a="http://schemas.openxmlformats.org/drawingml/2006/main">
              <a:ext uri="{FF2B5EF4-FFF2-40B4-BE49-F238E27FC236}">
                <a16:creationId xmlns:a16="http://schemas.microsoft.com/office/drawing/2014/main" id="{393DAB97-53BF-4D39-8480-6492AFB33BA0}"/>
              </a:ext>
            </a:extLst>
          </p:cNvPr>
          <p:cNvSpPr>
            <a:spLocks xmlns:a="http://schemas.openxmlformats.org/drawingml/2006/main" noGrp="1"/>
          </p:cNvSpPr>
          <p:nvPr/>
        </p:nvSpPr>
        <p:spPr>
          <a:xfrm xmlns:a="http://schemas.openxmlformats.org/drawingml/2006/main" rot="0">
            <a:off x="10045491" y="742181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7" name="Illustrative FACS event-197">
            <a:extLst xmlns:a="http://schemas.openxmlformats.org/drawingml/2006/main">
              <a:ext uri="{FF2B5EF4-FFF2-40B4-BE49-F238E27FC236}">
                <a16:creationId xmlns:a16="http://schemas.microsoft.com/office/drawing/2014/main" id="{A7EA0D64-4C0D-4B2A-B2D7-794871531331}"/>
              </a:ext>
            </a:extLst>
          </p:cNvPr>
          <p:cNvSpPr>
            <a:spLocks xmlns:a="http://schemas.openxmlformats.org/drawingml/2006/main" noGrp="1"/>
          </p:cNvSpPr>
          <p:nvPr/>
        </p:nvSpPr>
        <p:spPr>
          <a:xfrm xmlns:a="http://schemas.openxmlformats.org/drawingml/2006/main" rot="0">
            <a:off x="10047540" y="727574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8" name="Illustrative FACS event-198">
            <a:extLst xmlns:a="http://schemas.openxmlformats.org/drawingml/2006/main">
              <a:ext uri="{FF2B5EF4-FFF2-40B4-BE49-F238E27FC236}">
                <a16:creationId xmlns:a16="http://schemas.microsoft.com/office/drawing/2014/main" id="{A0E29F9D-398E-4789-833A-8B9DB69A4C33}"/>
              </a:ext>
            </a:extLst>
          </p:cNvPr>
          <p:cNvSpPr>
            <a:spLocks xmlns:a="http://schemas.openxmlformats.org/drawingml/2006/main" noGrp="1"/>
          </p:cNvSpPr>
          <p:nvPr/>
        </p:nvSpPr>
        <p:spPr>
          <a:xfrm xmlns:a="http://schemas.openxmlformats.org/drawingml/2006/main" rot="0">
            <a:off x="10097588" y="732315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199" name="Illustrative FACS event-199">
            <a:extLst xmlns:a="http://schemas.openxmlformats.org/drawingml/2006/main">
              <a:ext uri="{FF2B5EF4-FFF2-40B4-BE49-F238E27FC236}">
                <a16:creationId xmlns:a16="http://schemas.microsoft.com/office/drawing/2014/main" id="{007685B5-9318-4406-A37A-509B0CE5D061}"/>
              </a:ext>
            </a:extLst>
          </p:cNvPr>
          <p:cNvSpPr>
            <a:spLocks xmlns:a="http://schemas.openxmlformats.org/drawingml/2006/main" noGrp="1"/>
          </p:cNvSpPr>
          <p:nvPr/>
        </p:nvSpPr>
        <p:spPr>
          <a:xfrm xmlns:a="http://schemas.openxmlformats.org/drawingml/2006/main" rot="0">
            <a:off x="10076364" y="736380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0" name="Illustrative FACS event-200">
            <a:extLst xmlns:a="http://schemas.openxmlformats.org/drawingml/2006/main">
              <a:ext uri="{FF2B5EF4-FFF2-40B4-BE49-F238E27FC236}">
                <a16:creationId xmlns:a16="http://schemas.microsoft.com/office/drawing/2014/main" id="{4224CC6C-E84D-4BBC-A3F1-9E6452C03C80}"/>
              </a:ext>
            </a:extLst>
          </p:cNvPr>
          <p:cNvSpPr>
            <a:spLocks xmlns:a="http://schemas.openxmlformats.org/drawingml/2006/main" noGrp="1"/>
          </p:cNvSpPr>
          <p:nvPr/>
        </p:nvSpPr>
        <p:spPr>
          <a:xfrm xmlns:a="http://schemas.openxmlformats.org/drawingml/2006/main" rot="0">
            <a:off x="10071169" y="734749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1" name="Illustrative FACS event-201">
            <a:extLst xmlns:a="http://schemas.openxmlformats.org/drawingml/2006/main">
              <a:ext uri="{FF2B5EF4-FFF2-40B4-BE49-F238E27FC236}">
                <a16:creationId xmlns:a16="http://schemas.microsoft.com/office/drawing/2014/main" id="{95AB81DE-C12F-49C7-BFBD-ABE4C66FADA9}"/>
              </a:ext>
            </a:extLst>
          </p:cNvPr>
          <p:cNvSpPr>
            <a:spLocks xmlns:a="http://schemas.openxmlformats.org/drawingml/2006/main" noGrp="1"/>
          </p:cNvSpPr>
          <p:nvPr/>
        </p:nvSpPr>
        <p:spPr>
          <a:xfrm xmlns:a="http://schemas.openxmlformats.org/drawingml/2006/main" rot="0">
            <a:off x="10126236" y="7298852"/>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2" name="Illustrative FACS event-202">
            <a:extLst xmlns:a="http://schemas.openxmlformats.org/drawingml/2006/main">
              <a:ext uri="{FF2B5EF4-FFF2-40B4-BE49-F238E27FC236}">
                <a16:creationId xmlns:a16="http://schemas.microsoft.com/office/drawing/2014/main" id="{4376D132-E772-48EC-9ABC-712C34C0F8FF}"/>
              </a:ext>
            </a:extLst>
          </p:cNvPr>
          <p:cNvSpPr>
            <a:spLocks xmlns:a="http://schemas.openxmlformats.org/drawingml/2006/main" noGrp="1"/>
          </p:cNvSpPr>
          <p:nvPr/>
        </p:nvSpPr>
        <p:spPr>
          <a:xfrm xmlns:a="http://schemas.openxmlformats.org/drawingml/2006/main" rot="0">
            <a:off x="10079408" y="731145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3" name="Illustrative FACS event-203">
            <a:extLst xmlns:a="http://schemas.openxmlformats.org/drawingml/2006/main">
              <a:ext uri="{FF2B5EF4-FFF2-40B4-BE49-F238E27FC236}">
                <a16:creationId xmlns:a16="http://schemas.microsoft.com/office/drawing/2014/main" id="{1766DC7E-AB0B-44C1-9206-2DA7A786B404}"/>
              </a:ext>
            </a:extLst>
          </p:cNvPr>
          <p:cNvSpPr>
            <a:spLocks xmlns:a="http://schemas.openxmlformats.org/drawingml/2006/main" noGrp="1"/>
          </p:cNvSpPr>
          <p:nvPr/>
        </p:nvSpPr>
        <p:spPr>
          <a:xfrm xmlns:a="http://schemas.openxmlformats.org/drawingml/2006/main" rot="0">
            <a:off x="9886415" y="7307172"/>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4" name="Illustrative FACS event-204">
            <a:extLst xmlns:a="http://schemas.openxmlformats.org/drawingml/2006/main">
              <a:ext uri="{FF2B5EF4-FFF2-40B4-BE49-F238E27FC236}">
                <a16:creationId xmlns:a16="http://schemas.microsoft.com/office/drawing/2014/main" id="{F9B1C831-DA79-4D18-A340-0113D1F6CF93}"/>
              </a:ext>
            </a:extLst>
          </p:cNvPr>
          <p:cNvSpPr>
            <a:spLocks xmlns:a="http://schemas.openxmlformats.org/drawingml/2006/main" noGrp="1"/>
          </p:cNvSpPr>
          <p:nvPr/>
        </p:nvSpPr>
        <p:spPr>
          <a:xfrm xmlns:a="http://schemas.openxmlformats.org/drawingml/2006/main" rot="0">
            <a:off x="9968322" y="731679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5" name="Illustrative FACS event-205">
            <a:extLst xmlns:a="http://schemas.openxmlformats.org/drawingml/2006/main">
              <a:ext uri="{FF2B5EF4-FFF2-40B4-BE49-F238E27FC236}">
                <a16:creationId xmlns:a16="http://schemas.microsoft.com/office/drawing/2014/main" id="{9CDB9075-E613-4F90-B69F-094F071F89EA}"/>
              </a:ext>
            </a:extLst>
          </p:cNvPr>
          <p:cNvSpPr>
            <a:spLocks xmlns:a="http://schemas.openxmlformats.org/drawingml/2006/main" noGrp="1"/>
          </p:cNvSpPr>
          <p:nvPr/>
        </p:nvSpPr>
        <p:spPr>
          <a:xfrm xmlns:a="http://schemas.openxmlformats.org/drawingml/2006/main" rot="0">
            <a:off x="9895229" y="723684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6" name="Illustrative FACS event-206">
            <a:extLst xmlns:a="http://schemas.openxmlformats.org/drawingml/2006/main">
              <a:ext uri="{FF2B5EF4-FFF2-40B4-BE49-F238E27FC236}">
                <a16:creationId xmlns:a16="http://schemas.microsoft.com/office/drawing/2014/main" id="{B2205BFD-A35E-43A1-895F-8866BFB9E3D4}"/>
              </a:ext>
            </a:extLst>
          </p:cNvPr>
          <p:cNvSpPr>
            <a:spLocks xmlns:a="http://schemas.openxmlformats.org/drawingml/2006/main" noGrp="1"/>
          </p:cNvSpPr>
          <p:nvPr/>
        </p:nvSpPr>
        <p:spPr>
          <a:xfrm xmlns:a="http://schemas.openxmlformats.org/drawingml/2006/main" rot="0">
            <a:off x="10196763" y="738873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7" name="Illustrative FACS event-207">
            <a:extLst xmlns:a="http://schemas.openxmlformats.org/drawingml/2006/main">
              <a:ext uri="{FF2B5EF4-FFF2-40B4-BE49-F238E27FC236}">
                <a16:creationId xmlns:a16="http://schemas.microsoft.com/office/drawing/2014/main" id="{CA1E0BF2-D8FA-4721-B214-D4CA62CE86F8}"/>
              </a:ext>
            </a:extLst>
          </p:cNvPr>
          <p:cNvSpPr>
            <a:spLocks xmlns:a="http://schemas.openxmlformats.org/drawingml/2006/main" noGrp="1"/>
          </p:cNvSpPr>
          <p:nvPr/>
        </p:nvSpPr>
        <p:spPr>
          <a:xfrm xmlns:a="http://schemas.openxmlformats.org/drawingml/2006/main" rot="0">
            <a:off x="9921471" y="745128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8" name="Illustrative FACS event-208">
            <a:extLst xmlns:a="http://schemas.openxmlformats.org/drawingml/2006/main">
              <a:ext uri="{FF2B5EF4-FFF2-40B4-BE49-F238E27FC236}">
                <a16:creationId xmlns:a16="http://schemas.microsoft.com/office/drawing/2014/main" id="{EA4C5344-7C51-4E5F-BADB-1AE17388AB5A}"/>
              </a:ext>
            </a:extLst>
          </p:cNvPr>
          <p:cNvSpPr>
            <a:spLocks xmlns:a="http://schemas.openxmlformats.org/drawingml/2006/main" noGrp="1"/>
          </p:cNvSpPr>
          <p:nvPr/>
        </p:nvSpPr>
        <p:spPr>
          <a:xfrm xmlns:a="http://schemas.openxmlformats.org/drawingml/2006/main" rot="0">
            <a:off x="10137119" y="737958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09" name="Illustrative FACS event-209">
            <a:extLst xmlns:a="http://schemas.openxmlformats.org/drawingml/2006/main">
              <a:ext uri="{FF2B5EF4-FFF2-40B4-BE49-F238E27FC236}">
                <a16:creationId xmlns:a16="http://schemas.microsoft.com/office/drawing/2014/main" id="{5A13CAB0-522D-421E-8260-1D13ECA11987}"/>
              </a:ext>
            </a:extLst>
          </p:cNvPr>
          <p:cNvSpPr>
            <a:spLocks xmlns:a="http://schemas.openxmlformats.org/drawingml/2006/main" noGrp="1"/>
          </p:cNvSpPr>
          <p:nvPr/>
        </p:nvSpPr>
        <p:spPr>
          <a:xfrm xmlns:a="http://schemas.openxmlformats.org/drawingml/2006/main" rot="0">
            <a:off x="10151213" y="731610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0" name="Illustrative FACS event-210">
            <a:extLst xmlns:a="http://schemas.openxmlformats.org/drawingml/2006/main">
              <a:ext uri="{FF2B5EF4-FFF2-40B4-BE49-F238E27FC236}">
                <a16:creationId xmlns:a16="http://schemas.microsoft.com/office/drawing/2014/main" id="{E886F4B1-A9ED-4ECB-8583-517121579C06}"/>
              </a:ext>
            </a:extLst>
          </p:cNvPr>
          <p:cNvSpPr>
            <a:spLocks xmlns:a="http://schemas.openxmlformats.org/drawingml/2006/main" noGrp="1"/>
          </p:cNvSpPr>
          <p:nvPr/>
        </p:nvSpPr>
        <p:spPr>
          <a:xfrm xmlns:a="http://schemas.openxmlformats.org/drawingml/2006/main" rot="0">
            <a:off x="10057444" y="7358578"/>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1" name="Illustrative FACS event-211">
            <a:extLst xmlns:a="http://schemas.openxmlformats.org/drawingml/2006/main">
              <a:ext uri="{FF2B5EF4-FFF2-40B4-BE49-F238E27FC236}">
                <a16:creationId xmlns:a16="http://schemas.microsoft.com/office/drawing/2014/main" id="{4ACCAC11-7365-4E47-A71C-05777FEEE8C0}"/>
              </a:ext>
            </a:extLst>
          </p:cNvPr>
          <p:cNvSpPr>
            <a:spLocks xmlns:a="http://schemas.openxmlformats.org/drawingml/2006/main" noGrp="1"/>
          </p:cNvSpPr>
          <p:nvPr/>
        </p:nvSpPr>
        <p:spPr>
          <a:xfrm xmlns:a="http://schemas.openxmlformats.org/drawingml/2006/main" rot="0">
            <a:off x="10087159" y="7180208"/>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2" name="Illustrative FACS event-212">
            <a:extLst xmlns:a="http://schemas.openxmlformats.org/drawingml/2006/main">
              <a:ext uri="{FF2B5EF4-FFF2-40B4-BE49-F238E27FC236}">
                <a16:creationId xmlns:a16="http://schemas.microsoft.com/office/drawing/2014/main" id="{01C6606A-6698-4E6E-A5A7-53C021B6BE09}"/>
              </a:ext>
            </a:extLst>
          </p:cNvPr>
          <p:cNvSpPr>
            <a:spLocks xmlns:a="http://schemas.openxmlformats.org/drawingml/2006/main" noGrp="1"/>
          </p:cNvSpPr>
          <p:nvPr/>
        </p:nvSpPr>
        <p:spPr>
          <a:xfrm xmlns:a="http://schemas.openxmlformats.org/drawingml/2006/main" rot="0">
            <a:off x="10002556" y="724638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3" name="Illustrative FACS event-213">
            <a:extLst xmlns:a="http://schemas.openxmlformats.org/drawingml/2006/main">
              <a:ext uri="{FF2B5EF4-FFF2-40B4-BE49-F238E27FC236}">
                <a16:creationId xmlns:a16="http://schemas.microsoft.com/office/drawing/2014/main" id="{5B5A509B-A625-46F3-A09A-4E92B05559A2}"/>
              </a:ext>
            </a:extLst>
          </p:cNvPr>
          <p:cNvSpPr>
            <a:spLocks xmlns:a="http://schemas.openxmlformats.org/drawingml/2006/main" noGrp="1"/>
          </p:cNvSpPr>
          <p:nvPr/>
        </p:nvSpPr>
        <p:spPr>
          <a:xfrm xmlns:a="http://schemas.openxmlformats.org/drawingml/2006/main" rot="0">
            <a:off x="10029703" y="725042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4" name="Illustrative FACS event-214">
            <a:extLst xmlns:a="http://schemas.openxmlformats.org/drawingml/2006/main">
              <a:ext uri="{FF2B5EF4-FFF2-40B4-BE49-F238E27FC236}">
                <a16:creationId xmlns:a16="http://schemas.microsoft.com/office/drawing/2014/main" id="{899FEDBA-85B9-49E8-B7DF-6866C6802EB3}"/>
              </a:ext>
            </a:extLst>
          </p:cNvPr>
          <p:cNvSpPr>
            <a:spLocks xmlns:a="http://schemas.openxmlformats.org/drawingml/2006/main" noGrp="1"/>
          </p:cNvSpPr>
          <p:nvPr/>
        </p:nvSpPr>
        <p:spPr>
          <a:xfrm xmlns:a="http://schemas.openxmlformats.org/drawingml/2006/main" rot="0">
            <a:off x="9861552" y="722391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5" name="Illustrative FACS event-215">
            <a:extLst xmlns:a="http://schemas.openxmlformats.org/drawingml/2006/main">
              <a:ext uri="{FF2B5EF4-FFF2-40B4-BE49-F238E27FC236}">
                <a16:creationId xmlns:a16="http://schemas.microsoft.com/office/drawing/2014/main" id="{65DE06AA-1C57-4000-836C-19A24D8EDC39}"/>
              </a:ext>
            </a:extLst>
          </p:cNvPr>
          <p:cNvSpPr>
            <a:spLocks xmlns:a="http://schemas.openxmlformats.org/drawingml/2006/main" noGrp="1"/>
          </p:cNvSpPr>
          <p:nvPr/>
        </p:nvSpPr>
        <p:spPr>
          <a:xfrm xmlns:a="http://schemas.openxmlformats.org/drawingml/2006/main" rot="0">
            <a:off x="9951677" y="739564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6" name="Illustrative FACS event-216">
            <a:extLst xmlns:a="http://schemas.openxmlformats.org/drawingml/2006/main">
              <a:ext uri="{FF2B5EF4-FFF2-40B4-BE49-F238E27FC236}">
                <a16:creationId xmlns:a16="http://schemas.microsoft.com/office/drawing/2014/main" id="{C60B64A8-345E-4918-BA14-38DEC3EFE8C1}"/>
              </a:ext>
            </a:extLst>
          </p:cNvPr>
          <p:cNvSpPr>
            <a:spLocks xmlns:a="http://schemas.openxmlformats.org/drawingml/2006/main" noGrp="1"/>
          </p:cNvSpPr>
          <p:nvPr/>
        </p:nvSpPr>
        <p:spPr>
          <a:xfrm xmlns:a="http://schemas.openxmlformats.org/drawingml/2006/main" rot="0">
            <a:off x="10001735" y="724685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7" name="Illustrative FACS event-217">
            <a:extLst xmlns:a="http://schemas.openxmlformats.org/drawingml/2006/main">
              <a:ext uri="{FF2B5EF4-FFF2-40B4-BE49-F238E27FC236}">
                <a16:creationId xmlns:a16="http://schemas.microsoft.com/office/drawing/2014/main" id="{4E408817-6CDD-482B-A568-6C2DB0B12B72}"/>
              </a:ext>
            </a:extLst>
          </p:cNvPr>
          <p:cNvSpPr>
            <a:spLocks xmlns:a="http://schemas.openxmlformats.org/drawingml/2006/main" noGrp="1"/>
          </p:cNvSpPr>
          <p:nvPr/>
        </p:nvSpPr>
        <p:spPr>
          <a:xfrm xmlns:a="http://schemas.openxmlformats.org/drawingml/2006/main" rot="0">
            <a:off x="9995634" y="738301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8" name="Illustrative FACS event-218">
            <a:extLst xmlns:a="http://schemas.openxmlformats.org/drawingml/2006/main">
              <a:ext uri="{FF2B5EF4-FFF2-40B4-BE49-F238E27FC236}">
                <a16:creationId xmlns:a16="http://schemas.microsoft.com/office/drawing/2014/main" id="{5A5F98B8-5370-4009-A4E4-63A0FEC85C49}"/>
              </a:ext>
            </a:extLst>
          </p:cNvPr>
          <p:cNvSpPr>
            <a:spLocks xmlns:a="http://schemas.openxmlformats.org/drawingml/2006/main" noGrp="1"/>
          </p:cNvSpPr>
          <p:nvPr/>
        </p:nvSpPr>
        <p:spPr>
          <a:xfrm xmlns:a="http://schemas.openxmlformats.org/drawingml/2006/main" rot="0">
            <a:off x="10029364" y="731677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19" name="Illustrative FACS event-219">
            <a:extLst xmlns:a="http://schemas.openxmlformats.org/drawingml/2006/main">
              <a:ext uri="{FF2B5EF4-FFF2-40B4-BE49-F238E27FC236}">
                <a16:creationId xmlns:a16="http://schemas.microsoft.com/office/drawing/2014/main" id="{96D8C1BA-CC22-4D98-A9B7-A599D31230F3}"/>
              </a:ext>
            </a:extLst>
          </p:cNvPr>
          <p:cNvSpPr>
            <a:spLocks xmlns:a="http://schemas.openxmlformats.org/drawingml/2006/main" noGrp="1"/>
          </p:cNvSpPr>
          <p:nvPr/>
        </p:nvSpPr>
        <p:spPr>
          <a:xfrm xmlns:a="http://schemas.openxmlformats.org/drawingml/2006/main" rot="0">
            <a:off x="10031723" y="726970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0" name="Illustrative FACS event-220">
            <a:extLst xmlns:a="http://schemas.openxmlformats.org/drawingml/2006/main">
              <a:ext uri="{FF2B5EF4-FFF2-40B4-BE49-F238E27FC236}">
                <a16:creationId xmlns:a16="http://schemas.microsoft.com/office/drawing/2014/main" id="{BF899C82-0630-4C32-8207-7F352CE1C6F2}"/>
              </a:ext>
            </a:extLst>
          </p:cNvPr>
          <p:cNvSpPr>
            <a:spLocks xmlns:a="http://schemas.openxmlformats.org/drawingml/2006/main" noGrp="1"/>
          </p:cNvSpPr>
          <p:nvPr/>
        </p:nvSpPr>
        <p:spPr>
          <a:xfrm xmlns:a="http://schemas.openxmlformats.org/drawingml/2006/main" rot="0">
            <a:off x="10156376" y="739164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1" name="Illustrative FACS event-221">
            <a:extLst xmlns:a="http://schemas.openxmlformats.org/drawingml/2006/main">
              <a:ext uri="{FF2B5EF4-FFF2-40B4-BE49-F238E27FC236}">
                <a16:creationId xmlns:a16="http://schemas.microsoft.com/office/drawing/2014/main" id="{4BC1785A-B11A-46D4-9DA0-39CDB28E81A9}"/>
              </a:ext>
            </a:extLst>
          </p:cNvPr>
          <p:cNvSpPr>
            <a:spLocks xmlns:a="http://schemas.openxmlformats.org/drawingml/2006/main" noGrp="1"/>
          </p:cNvSpPr>
          <p:nvPr/>
        </p:nvSpPr>
        <p:spPr>
          <a:xfrm xmlns:a="http://schemas.openxmlformats.org/drawingml/2006/main" rot="0">
            <a:off x="9935393" y="724475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2" name="Illustrative FACS event-222">
            <a:extLst xmlns:a="http://schemas.openxmlformats.org/drawingml/2006/main">
              <a:ext uri="{FF2B5EF4-FFF2-40B4-BE49-F238E27FC236}">
                <a16:creationId xmlns:a16="http://schemas.microsoft.com/office/drawing/2014/main" id="{B0E2ACBC-57E5-445F-BF42-85673665E9CD}"/>
              </a:ext>
            </a:extLst>
          </p:cNvPr>
          <p:cNvSpPr>
            <a:spLocks xmlns:a="http://schemas.openxmlformats.org/drawingml/2006/main" noGrp="1"/>
          </p:cNvSpPr>
          <p:nvPr/>
        </p:nvSpPr>
        <p:spPr>
          <a:xfrm xmlns:a="http://schemas.openxmlformats.org/drawingml/2006/main" rot="0">
            <a:off x="10035574" y="727493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3" name="Illustrative FACS event-223">
            <a:extLst xmlns:a="http://schemas.openxmlformats.org/drawingml/2006/main">
              <a:ext uri="{FF2B5EF4-FFF2-40B4-BE49-F238E27FC236}">
                <a16:creationId xmlns:a16="http://schemas.microsoft.com/office/drawing/2014/main" id="{984A8FF6-C819-4D17-B3C3-5C0AA4B98CC8}"/>
              </a:ext>
            </a:extLst>
          </p:cNvPr>
          <p:cNvSpPr>
            <a:spLocks xmlns:a="http://schemas.openxmlformats.org/drawingml/2006/main" noGrp="1"/>
          </p:cNvSpPr>
          <p:nvPr/>
        </p:nvSpPr>
        <p:spPr>
          <a:xfrm xmlns:a="http://schemas.openxmlformats.org/drawingml/2006/main" rot="0">
            <a:off x="10130235" y="734689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4" name="Illustrative FACS event-224">
            <a:extLst xmlns:a="http://schemas.openxmlformats.org/drawingml/2006/main">
              <a:ext uri="{FF2B5EF4-FFF2-40B4-BE49-F238E27FC236}">
                <a16:creationId xmlns:a16="http://schemas.microsoft.com/office/drawing/2014/main" id="{52BBBA73-87FC-4D94-AB4C-0C438F14A6CA}"/>
              </a:ext>
            </a:extLst>
          </p:cNvPr>
          <p:cNvSpPr>
            <a:spLocks xmlns:a="http://schemas.openxmlformats.org/drawingml/2006/main" noGrp="1"/>
          </p:cNvSpPr>
          <p:nvPr/>
        </p:nvSpPr>
        <p:spPr>
          <a:xfrm xmlns:a="http://schemas.openxmlformats.org/drawingml/2006/main" rot="0">
            <a:off x="9923861" y="730020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5" name="Illustrative FACS event-225">
            <a:extLst xmlns:a="http://schemas.openxmlformats.org/drawingml/2006/main">
              <a:ext uri="{FF2B5EF4-FFF2-40B4-BE49-F238E27FC236}">
                <a16:creationId xmlns:a16="http://schemas.microsoft.com/office/drawing/2014/main" id="{12E06DC9-A32D-4294-ACBF-5B7839EE9876}"/>
              </a:ext>
            </a:extLst>
          </p:cNvPr>
          <p:cNvSpPr>
            <a:spLocks xmlns:a="http://schemas.openxmlformats.org/drawingml/2006/main" noGrp="1"/>
          </p:cNvSpPr>
          <p:nvPr/>
        </p:nvSpPr>
        <p:spPr>
          <a:xfrm xmlns:a="http://schemas.openxmlformats.org/drawingml/2006/main" rot="0">
            <a:off x="10026219" y="723887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6" name="Illustrative FACS event-226">
            <a:extLst xmlns:a="http://schemas.openxmlformats.org/drawingml/2006/main">
              <a:ext uri="{FF2B5EF4-FFF2-40B4-BE49-F238E27FC236}">
                <a16:creationId xmlns:a16="http://schemas.microsoft.com/office/drawing/2014/main" id="{DBF4B1CF-4076-40E8-85A4-63075BA4DF52}"/>
              </a:ext>
            </a:extLst>
          </p:cNvPr>
          <p:cNvSpPr>
            <a:spLocks xmlns:a="http://schemas.openxmlformats.org/drawingml/2006/main" noGrp="1"/>
          </p:cNvSpPr>
          <p:nvPr/>
        </p:nvSpPr>
        <p:spPr>
          <a:xfrm xmlns:a="http://schemas.openxmlformats.org/drawingml/2006/main" rot="0">
            <a:off x="9939162" y="738949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7" name="Illustrative FACS event-227">
            <a:extLst xmlns:a="http://schemas.openxmlformats.org/drawingml/2006/main">
              <a:ext uri="{FF2B5EF4-FFF2-40B4-BE49-F238E27FC236}">
                <a16:creationId xmlns:a16="http://schemas.microsoft.com/office/drawing/2014/main" id="{EC17FD98-AD6B-435D-A7C6-CB26747759AE}"/>
              </a:ext>
            </a:extLst>
          </p:cNvPr>
          <p:cNvSpPr>
            <a:spLocks xmlns:a="http://schemas.openxmlformats.org/drawingml/2006/main" noGrp="1"/>
          </p:cNvSpPr>
          <p:nvPr/>
        </p:nvSpPr>
        <p:spPr>
          <a:xfrm xmlns:a="http://schemas.openxmlformats.org/drawingml/2006/main" rot="0">
            <a:off x="10010529" y="7386337"/>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8" name="Illustrative FACS event-228">
            <a:extLst xmlns:a="http://schemas.openxmlformats.org/drawingml/2006/main">
              <a:ext uri="{FF2B5EF4-FFF2-40B4-BE49-F238E27FC236}">
                <a16:creationId xmlns:a16="http://schemas.microsoft.com/office/drawing/2014/main" id="{DD59FAE9-985D-4C70-8B13-19EF52884E82}"/>
              </a:ext>
            </a:extLst>
          </p:cNvPr>
          <p:cNvSpPr>
            <a:spLocks xmlns:a="http://schemas.openxmlformats.org/drawingml/2006/main" noGrp="1"/>
          </p:cNvSpPr>
          <p:nvPr/>
        </p:nvSpPr>
        <p:spPr>
          <a:xfrm xmlns:a="http://schemas.openxmlformats.org/drawingml/2006/main" rot="0">
            <a:off x="10131310" y="730751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29" name="Illustrative FACS event-229">
            <a:extLst xmlns:a="http://schemas.openxmlformats.org/drawingml/2006/main">
              <a:ext uri="{FF2B5EF4-FFF2-40B4-BE49-F238E27FC236}">
                <a16:creationId xmlns:a16="http://schemas.microsoft.com/office/drawing/2014/main" id="{D1D40340-2CAE-4B5A-8E10-A16AF2E703A8}"/>
              </a:ext>
            </a:extLst>
          </p:cNvPr>
          <p:cNvSpPr>
            <a:spLocks xmlns:a="http://schemas.openxmlformats.org/drawingml/2006/main" noGrp="1"/>
          </p:cNvSpPr>
          <p:nvPr/>
        </p:nvSpPr>
        <p:spPr>
          <a:xfrm xmlns:a="http://schemas.openxmlformats.org/drawingml/2006/main" rot="0">
            <a:off x="9945182" y="7443947"/>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0" name="Illustrative FACS event-230">
            <a:extLst xmlns:a="http://schemas.openxmlformats.org/drawingml/2006/main">
              <a:ext uri="{FF2B5EF4-FFF2-40B4-BE49-F238E27FC236}">
                <a16:creationId xmlns:a16="http://schemas.microsoft.com/office/drawing/2014/main" id="{E2F0AB60-7E84-4906-A0C8-6B996A8E8B84}"/>
              </a:ext>
            </a:extLst>
          </p:cNvPr>
          <p:cNvSpPr>
            <a:spLocks xmlns:a="http://schemas.openxmlformats.org/drawingml/2006/main" noGrp="1"/>
          </p:cNvSpPr>
          <p:nvPr/>
        </p:nvSpPr>
        <p:spPr>
          <a:xfrm xmlns:a="http://schemas.openxmlformats.org/drawingml/2006/main" rot="0">
            <a:off x="10163088" y="7304312"/>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1" name="Illustrative FACS event-231">
            <a:extLst xmlns:a="http://schemas.openxmlformats.org/drawingml/2006/main">
              <a:ext uri="{FF2B5EF4-FFF2-40B4-BE49-F238E27FC236}">
                <a16:creationId xmlns:a16="http://schemas.microsoft.com/office/drawing/2014/main" id="{DFB8094A-6C7B-4DF9-9755-0333CE34A456}"/>
              </a:ext>
            </a:extLst>
          </p:cNvPr>
          <p:cNvSpPr>
            <a:spLocks xmlns:a="http://schemas.openxmlformats.org/drawingml/2006/main" noGrp="1"/>
          </p:cNvSpPr>
          <p:nvPr/>
        </p:nvSpPr>
        <p:spPr>
          <a:xfrm xmlns:a="http://schemas.openxmlformats.org/drawingml/2006/main" rot="0">
            <a:off x="9891502" y="735367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2" name="Illustrative FACS event-232">
            <a:extLst xmlns:a="http://schemas.openxmlformats.org/drawingml/2006/main">
              <a:ext uri="{FF2B5EF4-FFF2-40B4-BE49-F238E27FC236}">
                <a16:creationId xmlns:a16="http://schemas.microsoft.com/office/drawing/2014/main" id="{6FB4D9C8-6885-4968-8B66-C5190C99C470}"/>
              </a:ext>
            </a:extLst>
          </p:cNvPr>
          <p:cNvSpPr>
            <a:spLocks xmlns:a="http://schemas.openxmlformats.org/drawingml/2006/main" noGrp="1"/>
          </p:cNvSpPr>
          <p:nvPr/>
        </p:nvSpPr>
        <p:spPr>
          <a:xfrm xmlns:a="http://schemas.openxmlformats.org/drawingml/2006/main" rot="0">
            <a:off x="10177426" y="734401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3" name="Illustrative FACS event-233">
            <a:extLst xmlns:a="http://schemas.openxmlformats.org/drawingml/2006/main">
              <a:ext uri="{FF2B5EF4-FFF2-40B4-BE49-F238E27FC236}">
                <a16:creationId xmlns:a16="http://schemas.microsoft.com/office/drawing/2014/main" id="{6AD48CB4-73D5-4028-B59A-0062BBCDDEFA}"/>
              </a:ext>
            </a:extLst>
          </p:cNvPr>
          <p:cNvSpPr>
            <a:spLocks xmlns:a="http://schemas.openxmlformats.org/drawingml/2006/main" noGrp="1"/>
          </p:cNvSpPr>
          <p:nvPr/>
        </p:nvSpPr>
        <p:spPr>
          <a:xfrm xmlns:a="http://schemas.openxmlformats.org/drawingml/2006/main" rot="0">
            <a:off x="10063394" y="735555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4" name="Illustrative FACS event-234">
            <a:extLst xmlns:a="http://schemas.openxmlformats.org/drawingml/2006/main">
              <a:ext uri="{FF2B5EF4-FFF2-40B4-BE49-F238E27FC236}">
                <a16:creationId xmlns:a16="http://schemas.microsoft.com/office/drawing/2014/main" id="{C8D7E251-EEC9-455F-969B-8F9CD388AEB2}"/>
              </a:ext>
            </a:extLst>
          </p:cNvPr>
          <p:cNvSpPr>
            <a:spLocks xmlns:a="http://schemas.openxmlformats.org/drawingml/2006/main" noGrp="1"/>
          </p:cNvSpPr>
          <p:nvPr/>
        </p:nvSpPr>
        <p:spPr>
          <a:xfrm xmlns:a="http://schemas.openxmlformats.org/drawingml/2006/main" rot="0">
            <a:off x="10073433" y="7276477"/>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5" name="Illustrative FACS event-235">
            <a:extLst xmlns:a="http://schemas.openxmlformats.org/drawingml/2006/main">
              <a:ext uri="{FF2B5EF4-FFF2-40B4-BE49-F238E27FC236}">
                <a16:creationId xmlns:a16="http://schemas.microsoft.com/office/drawing/2014/main" id="{352266A1-4542-47E0-953B-22E155CD4944}"/>
              </a:ext>
            </a:extLst>
          </p:cNvPr>
          <p:cNvSpPr>
            <a:spLocks xmlns:a="http://schemas.openxmlformats.org/drawingml/2006/main" noGrp="1"/>
          </p:cNvSpPr>
          <p:nvPr/>
        </p:nvSpPr>
        <p:spPr>
          <a:xfrm xmlns:a="http://schemas.openxmlformats.org/drawingml/2006/main" rot="0">
            <a:off x="9943415" y="737224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6" name="Illustrative FACS event-236">
            <a:extLst xmlns:a="http://schemas.openxmlformats.org/drawingml/2006/main">
              <a:ext uri="{FF2B5EF4-FFF2-40B4-BE49-F238E27FC236}">
                <a16:creationId xmlns:a16="http://schemas.microsoft.com/office/drawing/2014/main" id="{E7815C7A-3523-454D-BEA7-BE2BB0D326AA}"/>
              </a:ext>
            </a:extLst>
          </p:cNvPr>
          <p:cNvSpPr>
            <a:spLocks xmlns:a="http://schemas.openxmlformats.org/drawingml/2006/main" noGrp="1"/>
          </p:cNvSpPr>
          <p:nvPr/>
        </p:nvSpPr>
        <p:spPr>
          <a:xfrm xmlns:a="http://schemas.openxmlformats.org/drawingml/2006/main" rot="0">
            <a:off x="9961818" y="732978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7" name="Illustrative FACS event-237">
            <a:extLst xmlns:a="http://schemas.openxmlformats.org/drawingml/2006/main">
              <a:ext uri="{FF2B5EF4-FFF2-40B4-BE49-F238E27FC236}">
                <a16:creationId xmlns:a16="http://schemas.microsoft.com/office/drawing/2014/main" id="{1A99C663-AB3A-4A70-8CE5-AA60A5BB9BEB}"/>
              </a:ext>
            </a:extLst>
          </p:cNvPr>
          <p:cNvSpPr>
            <a:spLocks xmlns:a="http://schemas.openxmlformats.org/drawingml/2006/main" noGrp="1"/>
          </p:cNvSpPr>
          <p:nvPr/>
        </p:nvSpPr>
        <p:spPr>
          <a:xfrm xmlns:a="http://schemas.openxmlformats.org/drawingml/2006/main" rot="0">
            <a:off x="10171374" y="725656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8" name="Illustrative FACS event-238">
            <a:extLst xmlns:a="http://schemas.openxmlformats.org/drawingml/2006/main">
              <a:ext uri="{FF2B5EF4-FFF2-40B4-BE49-F238E27FC236}">
                <a16:creationId xmlns:a16="http://schemas.microsoft.com/office/drawing/2014/main" id="{817B956B-9BA3-4324-B200-8ED746438AB7}"/>
              </a:ext>
            </a:extLst>
          </p:cNvPr>
          <p:cNvSpPr>
            <a:spLocks xmlns:a="http://schemas.openxmlformats.org/drawingml/2006/main" noGrp="1"/>
          </p:cNvSpPr>
          <p:nvPr/>
        </p:nvSpPr>
        <p:spPr>
          <a:xfrm xmlns:a="http://schemas.openxmlformats.org/drawingml/2006/main" rot="0">
            <a:off x="10052918" y="7389487"/>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39" name="Illustrative FACS event-239">
            <a:extLst xmlns:a="http://schemas.openxmlformats.org/drawingml/2006/main">
              <a:ext uri="{FF2B5EF4-FFF2-40B4-BE49-F238E27FC236}">
                <a16:creationId xmlns:a16="http://schemas.microsoft.com/office/drawing/2014/main" id="{A9D7D40D-D2B1-4A2E-B189-9F23BAC7AF16}"/>
              </a:ext>
            </a:extLst>
          </p:cNvPr>
          <p:cNvSpPr>
            <a:spLocks xmlns:a="http://schemas.openxmlformats.org/drawingml/2006/main" noGrp="1"/>
          </p:cNvSpPr>
          <p:nvPr/>
        </p:nvSpPr>
        <p:spPr>
          <a:xfrm xmlns:a="http://schemas.openxmlformats.org/drawingml/2006/main" rot="0">
            <a:off x="10175896" y="720395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0" name="Illustrative FACS event-240">
            <a:extLst xmlns:a="http://schemas.openxmlformats.org/drawingml/2006/main">
              <a:ext uri="{FF2B5EF4-FFF2-40B4-BE49-F238E27FC236}">
                <a16:creationId xmlns:a16="http://schemas.microsoft.com/office/drawing/2014/main" id="{00667688-1C6E-46BF-870E-DFE8F2F1A012}"/>
              </a:ext>
            </a:extLst>
          </p:cNvPr>
          <p:cNvSpPr>
            <a:spLocks xmlns:a="http://schemas.openxmlformats.org/drawingml/2006/main" noGrp="1"/>
          </p:cNvSpPr>
          <p:nvPr/>
        </p:nvSpPr>
        <p:spPr>
          <a:xfrm xmlns:a="http://schemas.openxmlformats.org/drawingml/2006/main" rot="0">
            <a:off x="10093955" y="734592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1" name="Illustrative FACS event-241">
            <a:extLst xmlns:a="http://schemas.openxmlformats.org/drawingml/2006/main">
              <a:ext uri="{FF2B5EF4-FFF2-40B4-BE49-F238E27FC236}">
                <a16:creationId xmlns:a16="http://schemas.microsoft.com/office/drawing/2014/main" id="{169E52FA-1A42-49BA-98B1-FCABCF0E490A}"/>
              </a:ext>
            </a:extLst>
          </p:cNvPr>
          <p:cNvSpPr>
            <a:spLocks xmlns:a="http://schemas.openxmlformats.org/drawingml/2006/main" noGrp="1"/>
          </p:cNvSpPr>
          <p:nvPr/>
        </p:nvSpPr>
        <p:spPr>
          <a:xfrm xmlns:a="http://schemas.openxmlformats.org/drawingml/2006/main" rot="0">
            <a:off x="10116012" y="731807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2" name="Illustrative FACS event-242">
            <a:extLst xmlns:a="http://schemas.openxmlformats.org/drawingml/2006/main">
              <a:ext uri="{FF2B5EF4-FFF2-40B4-BE49-F238E27FC236}">
                <a16:creationId xmlns:a16="http://schemas.microsoft.com/office/drawing/2014/main" id="{126DDD9D-2289-43B5-AAF4-C10E45A9C483}"/>
              </a:ext>
            </a:extLst>
          </p:cNvPr>
          <p:cNvSpPr>
            <a:spLocks xmlns:a="http://schemas.openxmlformats.org/drawingml/2006/main" noGrp="1"/>
          </p:cNvSpPr>
          <p:nvPr/>
        </p:nvSpPr>
        <p:spPr>
          <a:xfrm xmlns:a="http://schemas.openxmlformats.org/drawingml/2006/main" rot="0">
            <a:off x="10108188" y="739220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3" name="Illustrative FACS event-243">
            <a:extLst xmlns:a="http://schemas.openxmlformats.org/drawingml/2006/main">
              <a:ext uri="{FF2B5EF4-FFF2-40B4-BE49-F238E27FC236}">
                <a16:creationId xmlns:a16="http://schemas.microsoft.com/office/drawing/2014/main" id="{938CB4CE-158A-4EBD-AF75-BE849900DD8C}"/>
              </a:ext>
            </a:extLst>
          </p:cNvPr>
          <p:cNvSpPr>
            <a:spLocks xmlns:a="http://schemas.openxmlformats.org/drawingml/2006/main" noGrp="1"/>
          </p:cNvSpPr>
          <p:nvPr/>
        </p:nvSpPr>
        <p:spPr>
          <a:xfrm xmlns:a="http://schemas.openxmlformats.org/drawingml/2006/main" rot="0">
            <a:off x="10039405" y="725564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4" name="Illustrative FACS event-244">
            <a:extLst xmlns:a="http://schemas.openxmlformats.org/drawingml/2006/main">
              <a:ext uri="{FF2B5EF4-FFF2-40B4-BE49-F238E27FC236}">
                <a16:creationId xmlns:a16="http://schemas.microsoft.com/office/drawing/2014/main" id="{49DBFBB2-31B0-4807-9ECD-1682EECEACBF}"/>
              </a:ext>
            </a:extLst>
          </p:cNvPr>
          <p:cNvSpPr>
            <a:spLocks xmlns:a="http://schemas.openxmlformats.org/drawingml/2006/main" noGrp="1"/>
          </p:cNvSpPr>
          <p:nvPr/>
        </p:nvSpPr>
        <p:spPr>
          <a:xfrm xmlns:a="http://schemas.openxmlformats.org/drawingml/2006/main" rot="0">
            <a:off x="10058706" y="730222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5" name="Illustrative FACS event-245">
            <a:extLst xmlns:a="http://schemas.openxmlformats.org/drawingml/2006/main">
              <a:ext uri="{FF2B5EF4-FFF2-40B4-BE49-F238E27FC236}">
                <a16:creationId xmlns:a16="http://schemas.microsoft.com/office/drawing/2014/main" id="{BC87F7B7-072F-4493-9C14-8FE10F76FD65}"/>
              </a:ext>
            </a:extLst>
          </p:cNvPr>
          <p:cNvSpPr>
            <a:spLocks xmlns:a="http://schemas.openxmlformats.org/drawingml/2006/main" noGrp="1"/>
          </p:cNvSpPr>
          <p:nvPr/>
        </p:nvSpPr>
        <p:spPr>
          <a:xfrm xmlns:a="http://schemas.openxmlformats.org/drawingml/2006/main" rot="0">
            <a:off x="10026690" y="719849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6" name="Illustrative FACS event-246">
            <a:extLst xmlns:a="http://schemas.openxmlformats.org/drawingml/2006/main">
              <a:ext uri="{FF2B5EF4-FFF2-40B4-BE49-F238E27FC236}">
                <a16:creationId xmlns:a16="http://schemas.microsoft.com/office/drawing/2014/main" id="{3B54CA1A-2845-4A2C-8262-875838628E4A}"/>
              </a:ext>
            </a:extLst>
          </p:cNvPr>
          <p:cNvSpPr>
            <a:spLocks xmlns:a="http://schemas.openxmlformats.org/drawingml/2006/main" noGrp="1"/>
          </p:cNvSpPr>
          <p:nvPr/>
        </p:nvSpPr>
        <p:spPr>
          <a:xfrm xmlns:a="http://schemas.openxmlformats.org/drawingml/2006/main" rot="0">
            <a:off x="9863051" y="741968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7" name="Illustrative FACS event-247">
            <a:extLst xmlns:a="http://schemas.openxmlformats.org/drawingml/2006/main">
              <a:ext uri="{FF2B5EF4-FFF2-40B4-BE49-F238E27FC236}">
                <a16:creationId xmlns:a16="http://schemas.microsoft.com/office/drawing/2014/main" id="{95660FD1-3CC0-4185-8EE8-8C2740373CB3}"/>
              </a:ext>
            </a:extLst>
          </p:cNvPr>
          <p:cNvSpPr>
            <a:spLocks xmlns:a="http://schemas.openxmlformats.org/drawingml/2006/main" noGrp="1"/>
          </p:cNvSpPr>
          <p:nvPr/>
        </p:nvSpPr>
        <p:spPr>
          <a:xfrm xmlns:a="http://schemas.openxmlformats.org/drawingml/2006/main" rot="0">
            <a:off x="9992733" y="722753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8" name="Illustrative FACS event-248">
            <a:extLst xmlns:a="http://schemas.openxmlformats.org/drawingml/2006/main">
              <a:ext uri="{FF2B5EF4-FFF2-40B4-BE49-F238E27FC236}">
                <a16:creationId xmlns:a16="http://schemas.microsoft.com/office/drawing/2014/main" id="{F2877333-64A9-4A6B-AF47-4666DF673B2D}"/>
              </a:ext>
            </a:extLst>
          </p:cNvPr>
          <p:cNvSpPr>
            <a:spLocks xmlns:a="http://schemas.openxmlformats.org/drawingml/2006/main" noGrp="1"/>
          </p:cNvSpPr>
          <p:nvPr/>
        </p:nvSpPr>
        <p:spPr>
          <a:xfrm xmlns:a="http://schemas.openxmlformats.org/drawingml/2006/main" rot="0">
            <a:off x="10108575" y="732928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49" name="Illustrative FACS event-249">
            <a:extLst xmlns:a="http://schemas.openxmlformats.org/drawingml/2006/main">
              <a:ext uri="{FF2B5EF4-FFF2-40B4-BE49-F238E27FC236}">
                <a16:creationId xmlns:a16="http://schemas.microsoft.com/office/drawing/2014/main" id="{69817B06-FF84-4BC1-ABAA-FCA72DA4C67E}"/>
              </a:ext>
            </a:extLst>
          </p:cNvPr>
          <p:cNvSpPr>
            <a:spLocks xmlns:a="http://schemas.openxmlformats.org/drawingml/2006/main" noGrp="1"/>
          </p:cNvSpPr>
          <p:nvPr/>
        </p:nvSpPr>
        <p:spPr>
          <a:xfrm xmlns:a="http://schemas.openxmlformats.org/drawingml/2006/main" rot="0">
            <a:off x="10031873" y="733320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0" name="Illustrative FACS event-250">
            <a:extLst xmlns:a="http://schemas.openxmlformats.org/drawingml/2006/main">
              <a:ext uri="{FF2B5EF4-FFF2-40B4-BE49-F238E27FC236}">
                <a16:creationId xmlns:a16="http://schemas.microsoft.com/office/drawing/2014/main" id="{68563ADD-650F-47AF-AE90-D78FCD7FBF1E}"/>
              </a:ext>
            </a:extLst>
          </p:cNvPr>
          <p:cNvSpPr>
            <a:spLocks xmlns:a="http://schemas.openxmlformats.org/drawingml/2006/main" noGrp="1"/>
          </p:cNvSpPr>
          <p:nvPr/>
        </p:nvSpPr>
        <p:spPr>
          <a:xfrm xmlns:a="http://schemas.openxmlformats.org/drawingml/2006/main" rot="0">
            <a:off x="10225355" y="725914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1" name="Illustrative FACS event-251">
            <a:extLst xmlns:a="http://schemas.openxmlformats.org/drawingml/2006/main">
              <a:ext uri="{FF2B5EF4-FFF2-40B4-BE49-F238E27FC236}">
                <a16:creationId xmlns:a16="http://schemas.microsoft.com/office/drawing/2014/main" id="{96DCCAD7-3C81-4343-8E23-72BA8DE7EEA4}"/>
              </a:ext>
            </a:extLst>
          </p:cNvPr>
          <p:cNvSpPr>
            <a:spLocks xmlns:a="http://schemas.openxmlformats.org/drawingml/2006/main" noGrp="1"/>
          </p:cNvSpPr>
          <p:nvPr/>
        </p:nvSpPr>
        <p:spPr>
          <a:xfrm xmlns:a="http://schemas.openxmlformats.org/drawingml/2006/main" rot="0">
            <a:off x="10009855" y="725869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2" name="Illustrative FACS event-252">
            <a:extLst xmlns:a="http://schemas.openxmlformats.org/drawingml/2006/main">
              <a:ext uri="{FF2B5EF4-FFF2-40B4-BE49-F238E27FC236}">
                <a16:creationId xmlns:a16="http://schemas.microsoft.com/office/drawing/2014/main" id="{F8868DA2-8C4A-4A87-9D25-023748187071}"/>
              </a:ext>
            </a:extLst>
          </p:cNvPr>
          <p:cNvSpPr>
            <a:spLocks xmlns:a="http://schemas.openxmlformats.org/drawingml/2006/main" noGrp="1"/>
          </p:cNvSpPr>
          <p:nvPr/>
        </p:nvSpPr>
        <p:spPr>
          <a:xfrm xmlns:a="http://schemas.openxmlformats.org/drawingml/2006/main" rot="0">
            <a:off x="10083273" y="723871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3" name="Illustrative FACS event-253">
            <a:extLst xmlns:a="http://schemas.openxmlformats.org/drawingml/2006/main">
              <a:ext uri="{FF2B5EF4-FFF2-40B4-BE49-F238E27FC236}">
                <a16:creationId xmlns:a16="http://schemas.microsoft.com/office/drawing/2014/main" id="{351C13B0-3447-4F74-83F7-2967CA394F5A}"/>
              </a:ext>
            </a:extLst>
          </p:cNvPr>
          <p:cNvSpPr>
            <a:spLocks xmlns:a="http://schemas.openxmlformats.org/drawingml/2006/main" noGrp="1"/>
          </p:cNvSpPr>
          <p:nvPr/>
        </p:nvSpPr>
        <p:spPr>
          <a:xfrm xmlns:a="http://schemas.openxmlformats.org/drawingml/2006/main" rot="0">
            <a:off x="10045494" y="739860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4" name="Illustrative FACS event-254">
            <a:extLst xmlns:a="http://schemas.openxmlformats.org/drawingml/2006/main">
              <a:ext uri="{FF2B5EF4-FFF2-40B4-BE49-F238E27FC236}">
                <a16:creationId xmlns:a16="http://schemas.microsoft.com/office/drawing/2014/main" id="{B8C7A470-7C48-41D1-94EC-53D0581A7416}"/>
              </a:ext>
            </a:extLst>
          </p:cNvPr>
          <p:cNvSpPr>
            <a:spLocks xmlns:a="http://schemas.openxmlformats.org/drawingml/2006/main" noGrp="1"/>
          </p:cNvSpPr>
          <p:nvPr/>
        </p:nvSpPr>
        <p:spPr>
          <a:xfrm xmlns:a="http://schemas.openxmlformats.org/drawingml/2006/main" rot="0">
            <a:off x="10116708" y="727343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5" name="Illustrative FACS event-255">
            <a:extLst xmlns:a="http://schemas.openxmlformats.org/drawingml/2006/main">
              <a:ext uri="{FF2B5EF4-FFF2-40B4-BE49-F238E27FC236}">
                <a16:creationId xmlns:a16="http://schemas.microsoft.com/office/drawing/2014/main" id="{B6997D6F-3D07-4850-9BED-4A1E62F72433}"/>
              </a:ext>
            </a:extLst>
          </p:cNvPr>
          <p:cNvSpPr>
            <a:spLocks xmlns:a="http://schemas.openxmlformats.org/drawingml/2006/main" noGrp="1"/>
          </p:cNvSpPr>
          <p:nvPr/>
        </p:nvSpPr>
        <p:spPr>
          <a:xfrm xmlns:a="http://schemas.openxmlformats.org/drawingml/2006/main" rot="0">
            <a:off x="9910329" y="732370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6" name="Illustrative FACS event-256">
            <a:extLst xmlns:a="http://schemas.openxmlformats.org/drawingml/2006/main">
              <a:ext uri="{FF2B5EF4-FFF2-40B4-BE49-F238E27FC236}">
                <a16:creationId xmlns:a16="http://schemas.microsoft.com/office/drawing/2014/main" id="{FC6C5578-0756-4446-A72D-333D894A0346}"/>
              </a:ext>
            </a:extLst>
          </p:cNvPr>
          <p:cNvSpPr>
            <a:spLocks xmlns:a="http://schemas.openxmlformats.org/drawingml/2006/main" noGrp="1"/>
          </p:cNvSpPr>
          <p:nvPr/>
        </p:nvSpPr>
        <p:spPr>
          <a:xfrm xmlns:a="http://schemas.openxmlformats.org/drawingml/2006/main" rot="0">
            <a:off x="10076720" y="723856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7" name="Illustrative FACS event-257">
            <a:extLst xmlns:a="http://schemas.openxmlformats.org/drawingml/2006/main">
              <a:ext uri="{FF2B5EF4-FFF2-40B4-BE49-F238E27FC236}">
                <a16:creationId xmlns:a16="http://schemas.microsoft.com/office/drawing/2014/main" id="{C504B600-AEDC-47CE-85E1-EABFF1FD0E6E}"/>
              </a:ext>
            </a:extLst>
          </p:cNvPr>
          <p:cNvSpPr>
            <a:spLocks xmlns:a="http://schemas.openxmlformats.org/drawingml/2006/main" noGrp="1"/>
          </p:cNvSpPr>
          <p:nvPr/>
        </p:nvSpPr>
        <p:spPr>
          <a:xfrm xmlns:a="http://schemas.openxmlformats.org/drawingml/2006/main" rot="0">
            <a:off x="9979093" y="7243542"/>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8" name="Illustrative FACS event-258">
            <a:extLst xmlns:a="http://schemas.openxmlformats.org/drawingml/2006/main">
              <a:ext uri="{FF2B5EF4-FFF2-40B4-BE49-F238E27FC236}">
                <a16:creationId xmlns:a16="http://schemas.microsoft.com/office/drawing/2014/main" id="{4E402A91-BAD0-4E56-8D14-3F62D493F408}"/>
              </a:ext>
            </a:extLst>
          </p:cNvPr>
          <p:cNvSpPr>
            <a:spLocks xmlns:a="http://schemas.openxmlformats.org/drawingml/2006/main" noGrp="1"/>
          </p:cNvSpPr>
          <p:nvPr/>
        </p:nvSpPr>
        <p:spPr>
          <a:xfrm xmlns:a="http://schemas.openxmlformats.org/drawingml/2006/main" rot="0">
            <a:off x="10202785" y="730402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59" name="Illustrative FACS event-259">
            <a:extLst xmlns:a="http://schemas.openxmlformats.org/drawingml/2006/main">
              <a:ext uri="{FF2B5EF4-FFF2-40B4-BE49-F238E27FC236}">
                <a16:creationId xmlns:a16="http://schemas.microsoft.com/office/drawing/2014/main" id="{601AA1F4-451E-4195-959B-9E285E4BF38E}"/>
              </a:ext>
            </a:extLst>
          </p:cNvPr>
          <p:cNvSpPr>
            <a:spLocks xmlns:a="http://schemas.openxmlformats.org/drawingml/2006/main" noGrp="1"/>
          </p:cNvSpPr>
          <p:nvPr/>
        </p:nvSpPr>
        <p:spPr>
          <a:xfrm xmlns:a="http://schemas.openxmlformats.org/drawingml/2006/main" rot="0">
            <a:off x="10104736" y="723433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0" name="Illustrative FACS event-260">
            <a:extLst xmlns:a="http://schemas.openxmlformats.org/drawingml/2006/main">
              <a:ext uri="{FF2B5EF4-FFF2-40B4-BE49-F238E27FC236}">
                <a16:creationId xmlns:a16="http://schemas.microsoft.com/office/drawing/2014/main" id="{55A82041-0F3E-416A-B1A7-120E95A6603A}"/>
              </a:ext>
            </a:extLst>
          </p:cNvPr>
          <p:cNvSpPr>
            <a:spLocks xmlns:a="http://schemas.openxmlformats.org/drawingml/2006/main" noGrp="1"/>
          </p:cNvSpPr>
          <p:nvPr/>
        </p:nvSpPr>
        <p:spPr>
          <a:xfrm xmlns:a="http://schemas.openxmlformats.org/drawingml/2006/main" rot="0">
            <a:off x="10211496" y="7441207"/>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1" name="Illustrative FACS event-261">
            <a:extLst xmlns:a="http://schemas.openxmlformats.org/drawingml/2006/main">
              <a:ext uri="{FF2B5EF4-FFF2-40B4-BE49-F238E27FC236}">
                <a16:creationId xmlns:a16="http://schemas.microsoft.com/office/drawing/2014/main" id="{27F8A2CA-3AA9-4C33-8F11-C2FB729A6623}"/>
              </a:ext>
            </a:extLst>
          </p:cNvPr>
          <p:cNvSpPr>
            <a:spLocks xmlns:a="http://schemas.openxmlformats.org/drawingml/2006/main" noGrp="1"/>
          </p:cNvSpPr>
          <p:nvPr/>
        </p:nvSpPr>
        <p:spPr>
          <a:xfrm xmlns:a="http://schemas.openxmlformats.org/drawingml/2006/main" rot="0">
            <a:off x="9886933" y="7207998"/>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2" name="Illustrative FACS event-262">
            <a:extLst xmlns:a="http://schemas.openxmlformats.org/drawingml/2006/main">
              <a:ext uri="{FF2B5EF4-FFF2-40B4-BE49-F238E27FC236}">
                <a16:creationId xmlns:a16="http://schemas.microsoft.com/office/drawing/2014/main" id="{7134EAB6-C60E-4C8F-B08D-A117AB4FFC0C}"/>
              </a:ext>
            </a:extLst>
          </p:cNvPr>
          <p:cNvSpPr>
            <a:spLocks xmlns:a="http://schemas.openxmlformats.org/drawingml/2006/main" noGrp="1"/>
          </p:cNvSpPr>
          <p:nvPr/>
        </p:nvSpPr>
        <p:spPr>
          <a:xfrm xmlns:a="http://schemas.openxmlformats.org/drawingml/2006/main" rot="0">
            <a:off x="10117730" y="718068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3" name="Illustrative FACS event-263">
            <a:extLst xmlns:a="http://schemas.openxmlformats.org/drawingml/2006/main">
              <a:ext uri="{FF2B5EF4-FFF2-40B4-BE49-F238E27FC236}">
                <a16:creationId xmlns:a16="http://schemas.microsoft.com/office/drawing/2014/main" id="{0ECC9A58-C4F2-4604-86BE-AA65C3E830E4}"/>
              </a:ext>
            </a:extLst>
          </p:cNvPr>
          <p:cNvSpPr>
            <a:spLocks xmlns:a="http://schemas.openxmlformats.org/drawingml/2006/main" noGrp="1"/>
          </p:cNvSpPr>
          <p:nvPr/>
        </p:nvSpPr>
        <p:spPr>
          <a:xfrm xmlns:a="http://schemas.openxmlformats.org/drawingml/2006/main" rot="0">
            <a:off x="9995514" y="7313197"/>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4" name="Illustrative FACS event-264">
            <a:extLst xmlns:a="http://schemas.openxmlformats.org/drawingml/2006/main">
              <a:ext uri="{FF2B5EF4-FFF2-40B4-BE49-F238E27FC236}">
                <a16:creationId xmlns:a16="http://schemas.microsoft.com/office/drawing/2014/main" id="{88B381E2-1417-4126-88EE-7DC8B44E4E79}"/>
              </a:ext>
            </a:extLst>
          </p:cNvPr>
          <p:cNvSpPr>
            <a:spLocks xmlns:a="http://schemas.openxmlformats.org/drawingml/2006/main" noGrp="1"/>
          </p:cNvSpPr>
          <p:nvPr/>
        </p:nvSpPr>
        <p:spPr>
          <a:xfrm xmlns:a="http://schemas.openxmlformats.org/drawingml/2006/main" rot="0">
            <a:off x="10069987" y="731960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5" name="Illustrative FACS event-265">
            <a:extLst xmlns:a="http://schemas.openxmlformats.org/drawingml/2006/main">
              <a:ext uri="{FF2B5EF4-FFF2-40B4-BE49-F238E27FC236}">
                <a16:creationId xmlns:a16="http://schemas.microsoft.com/office/drawing/2014/main" id="{A2100C31-E917-43F5-93D7-53D9D5D04126}"/>
              </a:ext>
            </a:extLst>
          </p:cNvPr>
          <p:cNvSpPr>
            <a:spLocks xmlns:a="http://schemas.openxmlformats.org/drawingml/2006/main" noGrp="1"/>
          </p:cNvSpPr>
          <p:nvPr/>
        </p:nvSpPr>
        <p:spPr>
          <a:xfrm xmlns:a="http://schemas.openxmlformats.org/drawingml/2006/main" rot="0">
            <a:off x="10117663" y="731125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6" name="Illustrative FACS event-266">
            <a:extLst xmlns:a="http://schemas.openxmlformats.org/drawingml/2006/main">
              <a:ext uri="{FF2B5EF4-FFF2-40B4-BE49-F238E27FC236}">
                <a16:creationId xmlns:a16="http://schemas.microsoft.com/office/drawing/2014/main" id="{8FCF2BA1-1455-4A42-A830-26084AE24027}"/>
              </a:ext>
            </a:extLst>
          </p:cNvPr>
          <p:cNvSpPr>
            <a:spLocks xmlns:a="http://schemas.openxmlformats.org/drawingml/2006/main" noGrp="1"/>
          </p:cNvSpPr>
          <p:nvPr/>
        </p:nvSpPr>
        <p:spPr>
          <a:xfrm xmlns:a="http://schemas.openxmlformats.org/drawingml/2006/main" rot="0">
            <a:off x="10148083" y="727794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7" name="Illustrative FACS event-267">
            <a:extLst xmlns:a="http://schemas.openxmlformats.org/drawingml/2006/main">
              <a:ext uri="{FF2B5EF4-FFF2-40B4-BE49-F238E27FC236}">
                <a16:creationId xmlns:a16="http://schemas.microsoft.com/office/drawing/2014/main" id="{83FC88E3-3FA9-436F-B0D3-DBA54793E3E5}"/>
              </a:ext>
            </a:extLst>
          </p:cNvPr>
          <p:cNvSpPr>
            <a:spLocks xmlns:a="http://schemas.openxmlformats.org/drawingml/2006/main" noGrp="1"/>
          </p:cNvSpPr>
          <p:nvPr/>
        </p:nvSpPr>
        <p:spPr>
          <a:xfrm xmlns:a="http://schemas.openxmlformats.org/drawingml/2006/main" rot="0">
            <a:off x="10040268" y="738862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8" name="Illustrative FACS event-268">
            <a:extLst xmlns:a="http://schemas.openxmlformats.org/drawingml/2006/main">
              <a:ext uri="{FF2B5EF4-FFF2-40B4-BE49-F238E27FC236}">
                <a16:creationId xmlns:a16="http://schemas.microsoft.com/office/drawing/2014/main" id="{F3A1981F-3F21-43DD-8349-AFA154E2E9D9}"/>
              </a:ext>
            </a:extLst>
          </p:cNvPr>
          <p:cNvSpPr>
            <a:spLocks xmlns:a="http://schemas.openxmlformats.org/drawingml/2006/main" noGrp="1"/>
          </p:cNvSpPr>
          <p:nvPr/>
        </p:nvSpPr>
        <p:spPr>
          <a:xfrm xmlns:a="http://schemas.openxmlformats.org/drawingml/2006/main" rot="0">
            <a:off x="9945360" y="731641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69" name="Illustrative FACS event-269">
            <a:extLst xmlns:a="http://schemas.openxmlformats.org/drawingml/2006/main">
              <a:ext uri="{FF2B5EF4-FFF2-40B4-BE49-F238E27FC236}">
                <a16:creationId xmlns:a16="http://schemas.microsoft.com/office/drawing/2014/main" id="{D9AF2AC5-D850-4F75-A426-CB79AAF48D17}"/>
              </a:ext>
            </a:extLst>
          </p:cNvPr>
          <p:cNvSpPr>
            <a:spLocks xmlns:a="http://schemas.openxmlformats.org/drawingml/2006/main" noGrp="1"/>
          </p:cNvSpPr>
          <p:nvPr/>
        </p:nvSpPr>
        <p:spPr>
          <a:xfrm xmlns:a="http://schemas.openxmlformats.org/drawingml/2006/main" rot="0">
            <a:off x="10077876" y="727747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0" name="Illustrative FACS event-270">
            <a:extLst xmlns:a="http://schemas.openxmlformats.org/drawingml/2006/main">
              <a:ext uri="{FF2B5EF4-FFF2-40B4-BE49-F238E27FC236}">
                <a16:creationId xmlns:a16="http://schemas.microsoft.com/office/drawing/2014/main" id="{F094F730-A5EC-4EC7-8A1D-AE3213900251}"/>
              </a:ext>
            </a:extLst>
          </p:cNvPr>
          <p:cNvSpPr>
            <a:spLocks xmlns:a="http://schemas.openxmlformats.org/drawingml/2006/main" noGrp="1"/>
          </p:cNvSpPr>
          <p:nvPr/>
        </p:nvSpPr>
        <p:spPr>
          <a:xfrm xmlns:a="http://schemas.openxmlformats.org/drawingml/2006/main" rot="0">
            <a:off x="10053061" y="7087889"/>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1" name="Illustrative FACS event-271">
            <a:extLst xmlns:a="http://schemas.openxmlformats.org/drawingml/2006/main">
              <a:ext uri="{FF2B5EF4-FFF2-40B4-BE49-F238E27FC236}">
                <a16:creationId xmlns:a16="http://schemas.microsoft.com/office/drawing/2014/main" id="{33784AF3-07C1-4DF5-B485-4CCBE9EF7C04}"/>
              </a:ext>
            </a:extLst>
          </p:cNvPr>
          <p:cNvSpPr>
            <a:spLocks xmlns:a="http://schemas.openxmlformats.org/drawingml/2006/main" noGrp="1"/>
          </p:cNvSpPr>
          <p:nvPr/>
        </p:nvSpPr>
        <p:spPr>
          <a:xfrm xmlns:a="http://schemas.openxmlformats.org/drawingml/2006/main" rot="0">
            <a:off x="10087193" y="7283382"/>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2" name="Illustrative FACS event-272">
            <a:extLst xmlns:a="http://schemas.openxmlformats.org/drawingml/2006/main">
              <a:ext uri="{FF2B5EF4-FFF2-40B4-BE49-F238E27FC236}">
                <a16:creationId xmlns:a16="http://schemas.microsoft.com/office/drawing/2014/main" id="{725C04A9-375A-46FD-8519-78C49B0D5D43}"/>
              </a:ext>
            </a:extLst>
          </p:cNvPr>
          <p:cNvSpPr>
            <a:spLocks xmlns:a="http://schemas.openxmlformats.org/drawingml/2006/main" noGrp="1"/>
          </p:cNvSpPr>
          <p:nvPr/>
        </p:nvSpPr>
        <p:spPr>
          <a:xfrm xmlns:a="http://schemas.openxmlformats.org/drawingml/2006/main" rot="0">
            <a:off x="10025491" y="7257912"/>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3" name="Illustrative FACS event-273">
            <a:extLst xmlns:a="http://schemas.openxmlformats.org/drawingml/2006/main">
              <a:ext uri="{FF2B5EF4-FFF2-40B4-BE49-F238E27FC236}">
                <a16:creationId xmlns:a16="http://schemas.microsoft.com/office/drawing/2014/main" id="{9E1F53AC-83C2-46E1-A8AA-A188F2DB6A66}"/>
              </a:ext>
            </a:extLst>
          </p:cNvPr>
          <p:cNvSpPr>
            <a:spLocks xmlns:a="http://schemas.openxmlformats.org/drawingml/2006/main" noGrp="1"/>
          </p:cNvSpPr>
          <p:nvPr/>
        </p:nvSpPr>
        <p:spPr>
          <a:xfrm xmlns:a="http://schemas.openxmlformats.org/drawingml/2006/main" rot="0">
            <a:off x="10004956" y="7282975"/>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4" name="Illustrative FACS event-274">
            <a:extLst xmlns:a="http://schemas.openxmlformats.org/drawingml/2006/main">
              <a:ext uri="{FF2B5EF4-FFF2-40B4-BE49-F238E27FC236}">
                <a16:creationId xmlns:a16="http://schemas.microsoft.com/office/drawing/2014/main" id="{F947AA44-0E5F-425F-8FC4-E1DF4845DCC5}"/>
              </a:ext>
            </a:extLst>
          </p:cNvPr>
          <p:cNvSpPr>
            <a:spLocks xmlns:a="http://schemas.openxmlformats.org/drawingml/2006/main" noGrp="1"/>
          </p:cNvSpPr>
          <p:nvPr/>
        </p:nvSpPr>
        <p:spPr>
          <a:xfrm xmlns:a="http://schemas.openxmlformats.org/drawingml/2006/main" rot="0">
            <a:off x="10131553" y="732369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5" name="Illustrative FACS event-275">
            <a:extLst xmlns:a="http://schemas.openxmlformats.org/drawingml/2006/main">
              <a:ext uri="{FF2B5EF4-FFF2-40B4-BE49-F238E27FC236}">
                <a16:creationId xmlns:a16="http://schemas.microsoft.com/office/drawing/2014/main" id="{4281D633-2CCF-4BA4-BB75-4407961B0714}"/>
              </a:ext>
            </a:extLst>
          </p:cNvPr>
          <p:cNvSpPr>
            <a:spLocks xmlns:a="http://schemas.openxmlformats.org/drawingml/2006/main" noGrp="1"/>
          </p:cNvSpPr>
          <p:nvPr/>
        </p:nvSpPr>
        <p:spPr>
          <a:xfrm xmlns:a="http://schemas.openxmlformats.org/drawingml/2006/main" rot="0">
            <a:off x="10232074" y="7400138"/>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6" name="Illustrative FACS event-276">
            <a:extLst xmlns:a="http://schemas.openxmlformats.org/drawingml/2006/main">
              <a:ext uri="{FF2B5EF4-FFF2-40B4-BE49-F238E27FC236}">
                <a16:creationId xmlns:a16="http://schemas.microsoft.com/office/drawing/2014/main" id="{CD164D27-8F0D-4B9C-81F5-54C1F2786FA5}"/>
              </a:ext>
            </a:extLst>
          </p:cNvPr>
          <p:cNvSpPr>
            <a:spLocks xmlns:a="http://schemas.openxmlformats.org/drawingml/2006/main" noGrp="1"/>
          </p:cNvSpPr>
          <p:nvPr/>
        </p:nvSpPr>
        <p:spPr>
          <a:xfrm xmlns:a="http://schemas.openxmlformats.org/drawingml/2006/main" rot="0">
            <a:off x="10018481" y="738135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7" name="Illustrative FACS event-277">
            <a:extLst xmlns:a="http://schemas.openxmlformats.org/drawingml/2006/main">
              <a:ext uri="{FF2B5EF4-FFF2-40B4-BE49-F238E27FC236}">
                <a16:creationId xmlns:a16="http://schemas.microsoft.com/office/drawing/2014/main" id="{738AE89A-69C3-41CE-9F42-BCC5DC6E0D35}"/>
              </a:ext>
            </a:extLst>
          </p:cNvPr>
          <p:cNvSpPr>
            <a:spLocks xmlns:a="http://schemas.openxmlformats.org/drawingml/2006/main" noGrp="1"/>
          </p:cNvSpPr>
          <p:nvPr/>
        </p:nvSpPr>
        <p:spPr>
          <a:xfrm xmlns:a="http://schemas.openxmlformats.org/drawingml/2006/main" rot="0">
            <a:off x="9998109" y="719319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8" name="Illustrative FACS event-278">
            <a:extLst xmlns:a="http://schemas.openxmlformats.org/drawingml/2006/main">
              <a:ext uri="{FF2B5EF4-FFF2-40B4-BE49-F238E27FC236}">
                <a16:creationId xmlns:a16="http://schemas.microsoft.com/office/drawing/2014/main" id="{7624A937-5C32-4A22-8364-EEA5E2154594}"/>
              </a:ext>
            </a:extLst>
          </p:cNvPr>
          <p:cNvSpPr>
            <a:spLocks xmlns:a="http://schemas.openxmlformats.org/drawingml/2006/main" noGrp="1"/>
          </p:cNvSpPr>
          <p:nvPr/>
        </p:nvSpPr>
        <p:spPr>
          <a:xfrm xmlns:a="http://schemas.openxmlformats.org/drawingml/2006/main" rot="0">
            <a:off x="10112925" y="738696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79" name="Illustrative FACS event-279">
            <a:extLst xmlns:a="http://schemas.openxmlformats.org/drawingml/2006/main">
              <a:ext uri="{FF2B5EF4-FFF2-40B4-BE49-F238E27FC236}">
                <a16:creationId xmlns:a16="http://schemas.microsoft.com/office/drawing/2014/main" id="{946E9B4E-0D32-4EBA-9017-5C5A85D7F901}"/>
              </a:ext>
            </a:extLst>
          </p:cNvPr>
          <p:cNvSpPr>
            <a:spLocks xmlns:a="http://schemas.openxmlformats.org/drawingml/2006/main" noGrp="1"/>
          </p:cNvSpPr>
          <p:nvPr/>
        </p:nvSpPr>
        <p:spPr>
          <a:xfrm xmlns:a="http://schemas.openxmlformats.org/drawingml/2006/main" rot="0">
            <a:off x="10067261" y="739414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0" name="Illustrative FACS event-280">
            <a:extLst xmlns:a="http://schemas.openxmlformats.org/drawingml/2006/main">
              <a:ext uri="{FF2B5EF4-FFF2-40B4-BE49-F238E27FC236}">
                <a16:creationId xmlns:a16="http://schemas.microsoft.com/office/drawing/2014/main" id="{98538448-3794-4CFD-83B0-6727E25002EA}"/>
              </a:ext>
            </a:extLst>
          </p:cNvPr>
          <p:cNvSpPr>
            <a:spLocks xmlns:a="http://schemas.openxmlformats.org/drawingml/2006/main" noGrp="1"/>
          </p:cNvSpPr>
          <p:nvPr/>
        </p:nvSpPr>
        <p:spPr>
          <a:xfrm xmlns:a="http://schemas.openxmlformats.org/drawingml/2006/main" rot="0">
            <a:off x="10024335" y="7272028"/>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1" name="Illustrative FACS event-281">
            <a:extLst xmlns:a="http://schemas.openxmlformats.org/drawingml/2006/main">
              <a:ext uri="{FF2B5EF4-FFF2-40B4-BE49-F238E27FC236}">
                <a16:creationId xmlns:a16="http://schemas.microsoft.com/office/drawing/2014/main" id="{B350C6D7-6E22-4FD0-9EEB-9E01D09CD67B}"/>
              </a:ext>
            </a:extLst>
          </p:cNvPr>
          <p:cNvSpPr>
            <a:spLocks xmlns:a="http://schemas.openxmlformats.org/drawingml/2006/main" noGrp="1"/>
          </p:cNvSpPr>
          <p:nvPr/>
        </p:nvSpPr>
        <p:spPr>
          <a:xfrm xmlns:a="http://schemas.openxmlformats.org/drawingml/2006/main" rot="0">
            <a:off x="10151401" y="7393626"/>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2" name="Illustrative FACS event-282">
            <a:extLst xmlns:a="http://schemas.openxmlformats.org/drawingml/2006/main">
              <a:ext uri="{FF2B5EF4-FFF2-40B4-BE49-F238E27FC236}">
                <a16:creationId xmlns:a16="http://schemas.microsoft.com/office/drawing/2014/main" id="{7C634033-3EAA-4863-97FF-F40526AC43CB}"/>
              </a:ext>
            </a:extLst>
          </p:cNvPr>
          <p:cNvSpPr>
            <a:spLocks xmlns:a="http://schemas.openxmlformats.org/drawingml/2006/main" noGrp="1"/>
          </p:cNvSpPr>
          <p:nvPr/>
        </p:nvSpPr>
        <p:spPr>
          <a:xfrm xmlns:a="http://schemas.openxmlformats.org/drawingml/2006/main" rot="0">
            <a:off x="10000316" y="7182801"/>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3" name="Illustrative FACS event-283">
            <a:extLst xmlns:a="http://schemas.openxmlformats.org/drawingml/2006/main">
              <a:ext uri="{FF2B5EF4-FFF2-40B4-BE49-F238E27FC236}">
                <a16:creationId xmlns:a16="http://schemas.microsoft.com/office/drawing/2014/main" id="{271E07CB-765E-42D4-9B89-2860FEA528CD}"/>
              </a:ext>
            </a:extLst>
          </p:cNvPr>
          <p:cNvSpPr>
            <a:spLocks xmlns:a="http://schemas.openxmlformats.org/drawingml/2006/main" noGrp="1"/>
          </p:cNvSpPr>
          <p:nvPr/>
        </p:nvSpPr>
        <p:spPr>
          <a:xfrm xmlns:a="http://schemas.openxmlformats.org/drawingml/2006/main" rot="0">
            <a:off x="9998394" y="7278682"/>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4" name="Illustrative FACS event-284">
            <a:extLst xmlns:a="http://schemas.openxmlformats.org/drawingml/2006/main">
              <a:ext uri="{FF2B5EF4-FFF2-40B4-BE49-F238E27FC236}">
                <a16:creationId xmlns:a16="http://schemas.microsoft.com/office/drawing/2014/main" id="{C7A182F3-11A3-449C-9C20-B6B39F7BC3AC}"/>
              </a:ext>
            </a:extLst>
          </p:cNvPr>
          <p:cNvSpPr>
            <a:spLocks xmlns:a="http://schemas.openxmlformats.org/drawingml/2006/main" noGrp="1"/>
          </p:cNvSpPr>
          <p:nvPr/>
        </p:nvSpPr>
        <p:spPr>
          <a:xfrm xmlns:a="http://schemas.openxmlformats.org/drawingml/2006/main" rot="0">
            <a:off x="10120311" y="726232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5" name="Illustrative FACS event-285">
            <a:extLst xmlns:a="http://schemas.openxmlformats.org/drawingml/2006/main">
              <a:ext uri="{FF2B5EF4-FFF2-40B4-BE49-F238E27FC236}">
                <a16:creationId xmlns:a16="http://schemas.microsoft.com/office/drawing/2014/main" id="{4CFC3664-8F6E-4D5F-86F8-23D89A006E7A}"/>
              </a:ext>
            </a:extLst>
          </p:cNvPr>
          <p:cNvSpPr>
            <a:spLocks xmlns:a="http://schemas.openxmlformats.org/drawingml/2006/main" noGrp="1"/>
          </p:cNvSpPr>
          <p:nvPr/>
        </p:nvSpPr>
        <p:spPr>
          <a:xfrm xmlns:a="http://schemas.openxmlformats.org/drawingml/2006/main" rot="0">
            <a:off x="10098761" y="728865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6" name="Illustrative FACS event-286">
            <a:extLst xmlns:a="http://schemas.openxmlformats.org/drawingml/2006/main">
              <a:ext uri="{FF2B5EF4-FFF2-40B4-BE49-F238E27FC236}">
                <a16:creationId xmlns:a16="http://schemas.microsoft.com/office/drawing/2014/main" id="{52FA853A-1241-4B31-B4A7-70AC9FB9F628}"/>
              </a:ext>
            </a:extLst>
          </p:cNvPr>
          <p:cNvSpPr>
            <a:spLocks xmlns:a="http://schemas.openxmlformats.org/drawingml/2006/main" noGrp="1"/>
          </p:cNvSpPr>
          <p:nvPr/>
        </p:nvSpPr>
        <p:spPr>
          <a:xfrm xmlns:a="http://schemas.openxmlformats.org/drawingml/2006/main" rot="0">
            <a:off x="10114573" y="7154013"/>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7" name="Illustrative FACS event-287">
            <a:extLst xmlns:a="http://schemas.openxmlformats.org/drawingml/2006/main">
              <a:ext uri="{FF2B5EF4-FFF2-40B4-BE49-F238E27FC236}">
                <a16:creationId xmlns:a16="http://schemas.microsoft.com/office/drawing/2014/main" id="{B7ACEF90-B938-4926-815D-25FB8BF956C8}"/>
              </a:ext>
            </a:extLst>
          </p:cNvPr>
          <p:cNvSpPr>
            <a:spLocks xmlns:a="http://schemas.openxmlformats.org/drawingml/2006/main" noGrp="1"/>
          </p:cNvSpPr>
          <p:nvPr/>
        </p:nvSpPr>
        <p:spPr>
          <a:xfrm xmlns:a="http://schemas.openxmlformats.org/drawingml/2006/main" rot="0">
            <a:off x="10186594" y="7209464"/>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8" name="Illustrative FACS event-288">
            <a:extLst xmlns:a="http://schemas.openxmlformats.org/drawingml/2006/main">
              <a:ext uri="{FF2B5EF4-FFF2-40B4-BE49-F238E27FC236}">
                <a16:creationId xmlns:a16="http://schemas.microsoft.com/office/drawing/2014/main" id="{DBDF5BAB-1707-408E-BD7E-DAFC6CCDDAD9}"/>
              </a:ext>
            </a:extLst>
          </p:cNvPr>
          <p:cNvSpPr>
            <a:spLocks xmlns:a="http://schemas.openxmlformats.org/drawingml/2006/main" noGrp="1"/>
          </p:cNvSpPr>
          <p:nvPr/>
        </p:nvSpPr>
        <p:spPr>
          <a:xfrm xmlns:a="http://schemas.openxmlformats.org/drawingml/2006/main" rot="0">
            <a:off x="10038922" y="7438130"/>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89" name="Illustrative FACS event-289">
            <a:extLst xmlns:a="http://schemas.openxmlformats.org/drawingml/2006/main">
              <a:ext uri="{FF2B5EF4-FFF2-40B4-BE49-F238E27FC236}">
                <a16:creationId xmlns:a16="http://schemas.microsoft.com/office/drawing/2014/main" id="{A50E8435-834D-4295-AD4B-B0296ABFAA9E}"/>
              </a:ext>
            </a:extLst>
          </p:cNvPr>
          <p:cNvSpPr>
            <a:spLocks xmlns:a="http://schemas.openxmlformats.org/drawingml/2006/main" noGrp="1"/>
          </p:cNvSpPr>
          <p:nvPr/>
        </p:nvSpPr>
        <p:spPr>
          <a:xfrm xmlns:a="http://schemas.openxmlformats.org/drawingml/2006/main" rot="0">
            <a:off x="10043078" y="7273438"/>
            <a:ext cx="25718" cy="25718"/>
          </a:xfrm>
          <a:prstGeom xmlns:a="http://schemas.openxmlformats.org/drawingml/2006/main" prst="ellipse">
            <a:avLst/>
          </a:prstGeom>
          <a:solidFill xmlns:a="http://schemas.openxmlformats.org/drawingml/2006/main">
            <a:srgbClr val="46B530"/>
          </a:solidFill>
          <a:ln xmlns:a="http://schemas.openxmlformats.org/drawingml/2006/main" w="0">
            <a:noFill/>
            <a:prstDash val="solid"/>
          </a:ln>
        </p:spPr>
      </p:sp>
      <p:sp>
        <p:nvSpPr>
          <p:cNvPr id="290" name="GFP-290">
            <a:extLst xmlns:a="http://schemas.openxmlformats.org/drawingml/2006/main">
              <a:ext uri="{FF2B5EF4-FFF2-40B4-BE49-F238E27FC236}">
                <a16:creationId xmlns:a16="http://schemas.microsoft.com/office/drawing/2014/main" id="{694A4E22-FF22-4422-8CEF-BB04EDD66CDA}"/>
              </a:ext>
            </a:extLst>
          </p:cNvPr>
          <p:cNvSpPr>
            <a:spLocks xmlns:a="http://schemas.openxmlformats.org/drawingml/2006/main" noGrp="1"/>
          </p:cNvSpPr>
          <p:nvPr/>
        </p:nvSpPr>
        <p:spPr>
          <a:xfrm xmlns:a="http://schemas.openxmlformats.org/drawingml/2006/main" rot="0">
            <a:off x="9201150" y="7639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142238"/>
                </a:solidFill>
                <a:latin typeface="Arial"/>
                <a:ea typeface="Arial"/>
                <a:cs typeface="Arial"/>
              </a:defRPr>
            </a:pPr>
            <a:r>
              <a:rPr sz="1425" b="0">
                <a:solidFill>
                  <a:srgbClr val="142238"/>
                </a:solidFill>
                <a:latin typeface="Arial"/>
                <a:ea typeface="Arial"/>
                <a:cs typeface="Arial"/>
              </a:rPr>
              <a:t>GFP</a:t>
            </a:r>
          </a:p>
        </p:txBody>
      </p:sp>
      <p:sp>
        <p:nvSpPr>
          <p:cNvPr id="291" name="mCherry-291">
            <a:extLst xmlns:a="http://schemas.openxmlformats.org/drawingml/2006/main">
              <a:ext uri="{FF2B5EF4-FFF2-40B4-BE49-F238E27FC236}">
                <a16:creationId xmlns:a16="http://schemas.microsoft.com/office/drawing/2014/main" id="{D9614B6D-ABF3-4C5A-9F5C-A0F9266C8764}"/>
              </a:ext>
            </a:extLst>
          </p:cNvPr>
          <p:cNvSpPr>
            <a:spLocks xmlns:a="http://schemas.openxmlformats.org/drawingml/2006/main" noGrp="1"/>
          </p:cNvSpPr>
          <p:nvPr/>
        </p:nvSpPr>
        <p:spPr>
          <a:xfrm xmlns:a="http://schemas.openxmlformats.org/drawingml/2006/main" rot="-5400000">
            <a:off x="8772525" y="68770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142238"/>
                </a:solidFill>
                <a:latin typeface="Arial"/>
                <a:ea typeface="Arial"/>
                <a:cs typeface="Arial"/>
              </a:defRPr>
            </a:pPr>
            <a:r>
              <a:rPr sz="1350" b="0">
                <a:solidFill>
                  <a:srgbClr val="142238"/>
                </a:solidFill>
                <a:latin typeface="Arial"/>
                <a:ea typeface="Arial"/>
                <a:cs typeface="Arial"/>
              </a:rPr>
              <a:t>mCherry</a:t>
            </a:r>
          </a:p>
        </p:txBody>
      </p:sp>
      <p:sp>
        <p:nvSpPr>
          <p:cNvPr id="292" name="GFP+ / mCherry−-292">
            <a:extLst xmlns:a="http://schemas.openxmlformats.org/drawingml/2006/main">
              <a:ext uri="{FF2B5EF4-FFF2-40B4-BE49-F238E27FC236}">
                <a16:creationId xmlns:a16="http://schemas.microsoft.com/office/drawing/2014/main" id="{A46EA502-7E73-40D6-80F7-A972E2566AFF}"/>
              </a:ext>
            </a:extLst>
          </p:cNvPr>
          <p:cNvSpPr>
            <a:spLocks xmlns:a="http://schemas.openxmlformats.org/drawingml/2006/main" noGrp="1"/>
          </p:cNvSpPr>
          <p:nvPr/>
        </p:nvSpPr>
        <p:spPr>
          <a:xfrm xmlns:a="http://schemas.openxmlformats.org/drawingml/2006/main" rot="0">
            <a:off x="9010650" y="79152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42238"/>
                </a:solidFill>
                <a:latin typeface="Arial"/>
                <a:ea typeface="Arial"/>
                <a:cs typeface="Arial"/>
              </a:defRPr>
            </a:pPr>
            <a:r>
              <a:rPr sz="1350" b="1">
                <a:solidFill>
                  <a:srgbClr val="142238"/>
                </a:solidFill>
                <a:latin typeface="Arial"/>
                <a:ea typeface="Arial"/>
                <a:cs typeface="Arial"/>
              </a:rPr>
              <a:t>GFP+ / mCherry−</a:t>
            </a:r>
          </a:p>
        </p:txBody>
      </p:sp>
      <p:sp>
        <p:nvSpPr>
          <p:cNvPr id="293" name="After RMCE + selection-293">
            <a:extLst xmlns:a="http://schemas.openxmlformats.org/drawingml/2006/main">
              <a:ext uri="{FF2B5EF4-FFF2-40B4-BE49-F238E27FC236}">
                <a16:creationId xmlns:a16="http://schemas.microsoft.com/office/drawing/2014/main" id="{EAF0232A-0493-4851-A1C4-454D96034FD7}"/>
              </a:ext>
            </a:extLst>
          </p:cNvPr>
          <p:cNvSpPr>
            <a:spLocks xmlns:a="http://schemas.openxmlformats.org/drawingml/2006/main" noGrp="1"/>
          </p:cNvSpPr>
          <p:nvPr/>
        </p:nvSpPr>
        <p:spPr>
          <a:xfrm xmlns:a="http://schemas.openxmlformats.org/drawingml/2006/main" rot="0">
            <a:off x="12630150" y="61531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42238"/>
                </a:solidFill>
                <a:latin typeface="Arial"/>
                <a:ea typeface="Arial"/>
                <a:cs typeface="Arial"/>
              </a:defRPr>
            </a:pPr>
            <a:r>
              <a:rPr sz="1425" b="1">
                <a:solidFill>
                  <a:srgbClr val="142238"/>
                </a:solidFill>
                <a:latin typeface="Arial"/>
                <a:ea typeface="Arial"/>
                <a:cs typeface="Arial"/>
              </a:rPr>
              <a:t>After RMCE + selection</a:t>
            </a:r>
          </a:p>
        </p:txBody>
      </p:sp>
      <p:sp>
        <p:nvSpPr>
          <p:cNvPr id="294" name="FACS frame-294">
            <a:extLst xmlns:a="http://schemas.openxmlformats.org/drawingml/2006/main">
              <a:ext uri="{FF2B5EF4-FFF2-40B4-BE49-F238E27FC236}">
                <a16:creationId xmlns:a16="http://schemas.microsoft.com/office/drawing/2014/main" id="{CB654FEE-7107-4D8A-B10C-18EFB6AEC65A}"/>
              </a:ext>
            </a:extLst>
          </p:cNvPr>
          <p:cNvSpPr>
            <a:spLocks xmlns:a="http://schemas.openxmlformats.org/drawingml/2006/main" noGrp="1"/>
          </p:cNvSpPr>
          <p:nvPr/>
        </p:nvSpPr>
        <p:spPr>
          <a:xfrm xmlns:a="http://schemas.openxmlformats.org/drawingml/2006/main" rot="0">
            <a:off x="12820650" y="6448425"/>
            <a:ext cx="1143000" cy="1143000"/>
          </a:xfrm>
          <a:prstGeom xmlns:a="http://schemas.openxmlformats.org/drawingml/2006/main" prst="rect">
            <a:avLst/>
          </a:prstGeom>
          <a:noFill xmlns:a="http://schemas.openxmlformats.org/drawingml/2006/main"/>
          <a:ln xmlns:a="http://schemas.openxmlformats.org/drawingml/2006/main" w="14288">
            <a:solidFill>
              <a:srgbClr val="142238"/>
            </a:solidFill>
            <a:prstDash val="solid"/>
          </a:ln>
        </p:spPr>
      </p:sp>
      <p:sp>
        <p:nvSpPr>
          <p:cNvPr id="295" name="line-295">
            <a:extLst xmlns:a="http://schemas.openxmlformats.org/drawingml/2006/main">
              <a:ext uri="{FF2B5EF4-FFF2-40B4-BE49-F238E27FC236}">
                <a16:creationId xmlns:a16="http://schemas.microsoft.com/office/drawing/2014/main" id="{824FEC4A-B0B9-4477-BCF4-CC08DC2CD26C}"/>
              </a:ext>
            </a:extLst>
          </p:cNvPr>
          <p:cNvSpPr>
            <a:spLocks xmlns:a="http://schemas.openxmlformats.org/drawingml/2006/main" noGrp="1"/>
          </p:cNvSpPr>
          <p:nvPr/>
        </p:nvSpPr>
        <p:spPr>
          <a:xfrm xmlns:a="http://schemas.openxmlformats.org/drawingml/2006/main">
            <a:off x="128206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296" name="line-296">
            <a:extLst xmlns:a="http://schemas.openxmlformats.org/drawingml/2006/main">
              <a:ext uri="{FF2B5EF4-FFF2-40B4-BE49-F238E27FC236}">
                <a16:creationId xmlns:a16="http://schemas.microsoft.com/office/drawing/2014/main" id="{A494B26F-4197-45E1-8C7B-B0FA03A0A171}"/>
              </a:ext>
            </a:extLst>
          </p:cNvPr>
          <p:cNvSpPr>
            <a:spLocks xmlns:a="http://schemas.openxmlformats.org/drawingml/2006/main" noGrp="1"/>
          </p:cNvSpPr>
          <p:nvPr/>
        </p:nvSpPr>
        <p:spPr>
          <a:xfrm xmlns:a="http://schemas.openxmlformats.org/drawingml/2006/main">
            <a:off x="13392150" y="64484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297" name="line-297">
            <a:extLst xmlns:a="http://schemas.openxmlformats.org/drawingml/2006/main">
              <a:ext uri="{FF2B5EF4-FFF2-40B4-BE49-F238E27FC236}">
                <a16:creationId xmlns:a16="http://schemas.microsoft.com/office/drawing/2014/main" id="{CFA4DADA-B330-49B5-AD82-C3E5F6A7B6B9}"/>
              </a:ext>
            </a:extLst>
          </p:cNvPr>
          <p:cNvSpPr>
            <a:spLocks xmlns:a="http://schemas.openxmlformats.org/drawingml/2006/main" noGrp="1"/>
          </p:cNvSpPr>
          <p:nvPr/>
        </p:nvSpPr>
        <p:spPr>
          <a:xfrm xmlns:a="http://schemas.openxmlformats.org/drawingml/2006/main">
            <a:off x="129159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298" name="line-298">
            <a:extLst xmlns:a="http://schemas.openxmlformats.org/drawingml/2006/main">
              <a:ext uri="{FF2B5EF4-FFF2-40B4-BE49-F238E27FC236}">
                <a16:creationId xmlns:a16="http://schemas.microsoft.com/office/drawing/2014/main" id="{4E89A1DC-904E-42B4-A012-6EF17C1BFEDB}"/>
              </a:ext>
            </a:extLst>
          </p:cNvPr>
          <p:cNvSpPr>
            <a:spLocks xmlns:a="http://schemas.openxmlformats.org/drawingml/2006/main" noGrp="1"/>
          </p:cNvSpPr>
          <p:nvPr/>
        </p:nvSpPr>
        <p:spPr>
          <a:xfrm xmlns:a="http://schemas.openxmlformats.org/drawingml/2006/main">
            <a:off x="13392150" y="65436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299" name="line-299">
            <a:extLst xmlns:a="http://schemas.openxmlformats.org/drawingml/2006/main">
              <a:ext uri="{FF2B5EF4-FFF2-40B4-BE49-F238E27FC236}">
                <a16:creationId xmlns:a16="http://schemas.microsoft.com/office/drawing/2014/main" id="{48AF13E3-F666-4B1D-9D72-B4F7029E0022}"/>
              </a:ext>
            </a:extLst>
          </p:cNvPr>
          <p:cNvSpPr>
            <a:spLocks xmlns:a="http://schemas.openxmlformats.org/drawingml/2006/main" noGrp="1"/>
          </p:cNvSpPr>
          <p:nvPr/>
        </p:nvSpPr>
        <p:spPr>
          <a:xfrm xmlns:a="http://schemas.openxmlformats.org/drawingml/2006/main">
            <a:off x="130111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00" name="line-300">
            <a:extLst xmlns:a="http://schemas.openxmlformats.org/drawingml/2006/main">
              <a:ext uri="{FF2B5EF4-FFF2-40B4-BE49-F238E27FC236}">
                <a16:creationId xmlns:a16="http://schemas.microsoft.com/office/drawing/2014/main" id="{70E9CDC8-F326-411B-807B-8DE7F1D3A8A8}"/>
              </a:ext>
            </a:extLst>
          </p:cNvPr>
          <p:cNvSpPr>
            <a:spLocks xmlns:a="http://schemas.openxmlformats.org/drawingml/2006/main" noGrp="1"/>
          </p:cNvSpPr>
          <p:nvPr/>
        </p:nvSpPr>
        <p:spPr>
          <a:xfrm xmlns:a="http://schemas.openxmlformats.org/drawingml/2006/main">
            <a:off x="13392150" y="66389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01" name="line-301">
            <a:extLst xmlns:a="http://schemas.openxmlformats.org/drawingml/2006/main">
              <a:ext uri="{FF2B5EF4-FFF2-40B4-BE49-F238E27FC236}">
                <a16:creationId xmlns:a16="http://schemas.microsoft.com/office/drawing/2014/main" id="{7708CE44-D999-47AB-8CDD-0D4624772A7D}"/>
              </a:ext>
            </a:extLst>
          </p:cNvPr>
          <p:cNvSpPr>
            <a:spLocks xmlns:a="http://schemas.openxmlformats.org/drawingml/2006/main" noGrp="1"/>
          </p:cNvSpPr>
          <p:nvPr/>
        </p:nvSpPr>
        <p:spPr>
          <a:xfrm xmlns:a="http://schemas.openxmlformats.org/drawingml/2006/main">
            <a:off x="131064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02" name="line-302">
            <a:extLst xmlns:a="http://schemas.openxmlformats.org/drawingml/2006/main">
              <a:ext uri="{FF2B5EF4-FFF2-40B4-BE49-F238E27FC236}">
                <a16:creationId xmlns:a16="http://schemas.microsoft.com/office/drawing/2014/main" id="{C1C99DD0-EBD9-44D3-B70B-BC84DF959D6D}"/>
              </a:ext>
            </a:extLst>
          </p:cNvPr>
          <p:cNvSpPr>
            <a:spLocks xmlns:a="http://schemas.openxmlformats.org/drawingml/2006/main" noGrp="1"/>
          </p:cNvSpPr>
          <p:nvPr/>
        </p:nvSpPr>
        <p:spPr>
          <a:xfrm xmlns:a="http://schemas.openxmlformats.org/drawingml/2006/main">
            <a:off x="13392150" y="67341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03" name="line-303">
            <a:extLst xmlns:a="http://schemas.openxmlformats.org/drawingml/2006/main">
              <a:ext uri="{FF2B5EF4-FFF2-40B4-BE49-F238E27FC236}">
                <a16:creationId xmlns:a16="http://schemas.microsoft.com/office/drawing/2014/main" id="{3D006DD9-E29B-4E24-B55C-26C2CCC01404}"/>
              </a:ext>
            </a:extLst>
          </p:cNvPr>
          <p:cNvSpPr>
            <a:spLocks xmlns:a="http://schemas.openxmlformats.org/drawingml/2006/main" noGrp="1"/>
          </p:cNvSpPr>
          <p:nvPr/>
        </p:nvSpPr>
        <p:spPr>
          <a:xfrm xmlns:a="http://schemas.openxmlformats.org/drawingml/2006/main">
            <a:off x="132016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04" name="line-304">
            <a:extLst xmlns:a="http://schemas.openxmlformats.org/drawingml/2006/main">
              <a:ext uri="{FF2B5EF4-FFF2-40B4-BE49-F238E27FC236}">
                <a16:creationId xmlns:a16="http://schemas.microsoft.com/office/drawing/2014/main" id="{56AAE8CE-2FDE-416D-86F7-50B3BD46FC2F}"/>
              </a:ext>
            </a:extLst>
          </p:cNvPr>
          <p:cNvSpPr>
            <a:spLocks xmlns:a="http://schemas.openxmlformats.org/drawingml/2006/main" noGrp="1"/>
          </p:cNvSpPr>
          <p:nvPr/>
        </p:nvSpPr>
        <p:spPr>
          <a:xfrm xmlns:a="http://schemas.openxmlformats.org/drawingml/2006/main">
            <a:off x="13392150" y="68294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05" name="line-305">
            <a:extLst xmlns:a="http://schemas.openxmlformats.org/drawingml/2006/main">
              <a:ext uri="{FF2B5EF4-FFF2-40B4-BE49-F238E27FC236}">
                <a16:creationId xmlns:a16="http://schemas.microsoft.com/office/drawing/2014/main" id="{6000540D-81FD-4893-B762-3128DB995C2C}"/>
              </a:ext>
            </a:extLst>
          </p:cNvPr>
          <p:cNvSpPr>
            <a:spLocks xmlns:a="http://schemas.openxmlformats.org/drawingml/2006/main" noGrp="1"/>
          </p:cNvSpPr>
          <p:nvPr/>
        </p:nvSpPr>
        <p:spPr>
          <a:xfrm xmlns:a="http://schemas.openxmlformats.org/drawingml/2006/main">
            <a:off x="132969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06" name="line-306">
            <a:extLst xmlns:a="http://schemas.openxmlformats.org/drawingml/2006/main">
              <a:ext uri="{FF2B5EF4-FFF2-40B4-BE49-F238E27FC236}">
                <a16:creationId xmlns:a16="http://schemas.microsoft.com/office/drawing/2014/main" id="{E8FA01D3-D008-4861-A1A8-36422D79F3C0}"/>
              </a:ext>
            </a:extLst>
          </p:cNvPr>
          <p:cNvSpPr>
            <a:spLocks xmlns:a="http://schemas.openxmlformats.org/drawingml/2006/main" noGrp="1"/>
          </p:cNvSpPr>
          <p:nvPr/>
        </p:nvSpPr>
        <p:spPr>
          <a:xfrm xmlns:a="http://schemas.openxmlformats.org/drawingml/2006/main">
            <a:off x="13392150" y="69246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07" name="line-307">
            <a:extLst xmlns:a="http://schemas.openxmlformats.org/drawingml/2006/main">
              <a:ext uri="{FF2B5EF4-FFF2-40B4-BE49-F238E27FC236}">
                <a16:creationId xmlns:a16="http://schemas.microsoft.com/office/drawing/2014/main" id="{F21972C8-D3A3-43D3-B52F-D376C73D0013}"/>
              </a:ext>
            </a:extLst>
          </p:cNvPr>
          <p:cNvSpPr>
            <a:spLocks xmlns:a="http://schemas.openxmlformats.org/drawingml/2006/main" noGrp="1"/>
          </p:cNvSpPr>
          <p:nvPr/>
        </p:nvSpPr>
        <p:spPr>
          <a:xfrm xmlns:a="http://schemas.openxmlformats.org/drawingml/2006/main">
            <a:off x="133921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08" name="line-308">
            <a:extLst xmlns:a="http://schemas.openxmlformats.org/drawingml/2006/main">
              <a:ext uri="{FF2B5EF4-FFF2-40B4-BE49-F238E27FC236}">
                <a16:creationId xmlns:a16="http://schemas.microsoft.com/office/drawing/2014/main" id="{6490836A-7315-4D47-9242-03A1BABF6AFB}"/>
              </a:ext>
            </a:extLst>
          </p:cNvPr>
          <p:cNvSpPr>
            <a:spLocks xmlns:a="http://schemas.openxmlformats.org/drawingml/2006/main" noGrp="1"/>
          </p:cNvSpPr>
          <p:nvPr/>
        </p:nvSpPr>
        <p:spPr>
          <a:xfrm xmlns:a="http://schemas.openxmlformats.org/drawingml/2006/main">
            <a:off x="13392150" y="70199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09" name="line-309">
            <a:extLst xmlns:a="http://schemas.openxmlformats.org/drawingml/2006/main">
              <a:ext uri="{FF2B5EF4-FFF2-40B4-BE49-F238E27FC236}">
                <a16:creationId xmlns:a16="http://schemas.microsoft.com/office/drawing/2014/main" id="{956C5C39-4EFB-4B68-B0FB-5D42F1563646}"/>
              </a:ext>
            </a:extLst>
          </p:cNvPr>
          <p:cNvSpPr>
            <a:spLocks xmlns:a="http://schemas.openxmlformats.org/drawingml/2006/main" noGrp="1"/>
          </p:cNvSpPr>
          <p:nvPr/>
        </p:nvSpPr>
        <p:spPr>
          <a:xfrm xmlns:a="http://schemas.openxmlformats.org/drawingml/2006/main">
            <a:off x="134874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10" name="line-310">
            <a:extLst xmlns:a="http://schemas.openxmlformats.org/drawingml/2006/main">
              <a:ext uri="{FF2B5EF4-FFF2-40B4-BE49-F238E27FC236}">
                <a16:creationId xmlns:a16="http://schemas.microsoft.com/office/drawing/2014/main" id="{2614D190-E898-40F3-9AAB-15BCF0EB6148}"/>
              </a:ext>
            </a:extLst>
          </p:cNvPr>
          <p:cNvSpPr>
            <a:spLocks xmlns:a="http://schemas.openxmlformats.org/drawingml/2006/main" noGrp="1"/>
          </p:cNvSpPr>
          <p:nvPr/>
        </p:nvSpPr>
        <p:spPr>
          <a:xfrm xmlns:a="http://schemas.openxmlformats.org/drawingml/2006/main">
            <a:off x="13392150" y="71151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11" name="line-311">
            <a:extLst xmlns:a="http://schemas.openxmlformats.org/drawingml/2006/main">
              <a:ext uri="{FF2B5EF4-FFF2-40B4-BE49-F238E27FC236}">
                <a16:creationId xmlns:a16="http://schemas.microsoft.com/office/drawing/2014/main" id="{69B494B9-07F5-4403-8F54-E04B9C9F2A4E}"/>
              </a:ext>
            </a:extLst>
          </p:cNvPr>
          <p:cNvSpPr>
            <a:spLocks xmlns:a="http://schemas.openxmlformats.org/drawingml/2006/main" noGrp="1"/>
          </p:cNvSpPr>
          <p:nvPr/>
        </p:nvSpPr>
        <p:spPr>
          <a:xfrm xmlns:a="http://schemas.openxmlformats.org/drawingml/2006/main">
            <a:off x="135826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12" name="line-312">
            <a:extLst xmlns:a="http://schemas.openxmlformats.org/drawingml/2006/main">
              <a:ext uri="{FF2B5EF4-FFF2-40B4-BE49-F238E27FC236}">
                <a16:creationId xmlns:a16="http://schemas.microsoft.com/office/drawing/2014/main" id="{20A18220-90DD-4F2B-A838-1712C56DD171}"/>
              </a:ext>
            </a:extLst>
          </p:cNvPr>
          <p:cNvSpPr>
            <a:spLocks xmlns:a="http://schemas.openxmlformats.org/drawingml/2006/main" noGrp="1"/>
          </p:cNvSpPr>
          <p:nvPr/>
        </p:nvSpPr>
        <p:spPr>
          <a:xfrm xmlns:a="http://schemas.openxmlformats.org/drawingml/2006/main">
            <a:off x="13392150" y="72104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13" name="line-313">
            <a:extLst xmlns:a="http://schemas.openxmlformats.org/drawingml/2006/main">
              <a:ext uri="{FF2B5EF4-FFF2-40B4-BE49-F238E27FC236}">
                <a16:creationId xmlns:a16="http://schemas.microsoft.com/office/drawing/2014/main" id="{DDE25915-FEEB-42EF-8A00-F0D20D366121}"/>
              </a:ext>
            </a:extLst>
          </p:cNvPr>
          <p:cNvSpPr>
            <a:spLocks xmlns:a="http://schemas.openxmlformats.org/drawingml/2006/main" noGrp="1"/>
          </p:cNvSpPr>
          <p:nvPr/>
        </p:nvSpPr>
        <p:spPr>
          <a:xfrm xmlns:a="http://schemas.openxmlformats.org/drawingml/2006/main">
            <a:off x="136779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14" name="line-314">
            <a:extLst xmlns:a="http://schemas.openxmlformats.org/drawingml/2006/main">
              <a:ext uri="{FF2B5EF4-FFF2-40B4-BE49-F238E27FC236}">
                <a16:creationId xmlns:a16="http://schemas.microsoft.com/office/drawing/2014/main" id="{6E39DBBA-CFA9-4D1E-A3B0-6412798DB84A}"/>
              </a:ext>
            </a:extLst>
          </p:cNvPr>
          <p:cNvSpPr>
            <a:spLocks xmlns:a="http://schemas.openxmlformats.org/drawingml/2006/main" noGrp="1"/>
          </p:cNvSpPr>
          <p:nvPr/>
        </p:nvSpPr>
        <p:spPr>
          <a:xfrm xmlns:a="http://schemas.openxmlformats.org/drawingml/2006/main">
            <a:off x="13392150" y="73056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15" name="line-315">
            <a:extLst xmlns:a="http://schemas.openxmlformats.org/drawingml/2006/main">
              <a:ext uri="{FF2B5EF4-FFF2-40B4-BE49-F238E27FC236}">
                <a16:creationId xmlns:a16="http://schemas.microsoft.com/office/drawing/2014/main" id="{99E4F1A7-0F9F-47E1-8615-0B8E914209A2}"/>
              </a:ext>
            </a:extLst>
          </p:cNvPr>
          <p:cNvSpPr>
            <a:spLocks xmlns:a="http://schemas.openxmlformats.org/drawingml/2006/main" noGrp="1"/>
          </p:cNvSpPr>
          <p:nvPr/>
        </p:nvSpPr>
        <p:spPr>
          <a:xfrm xmlns:a="http://schemas.openxmlformats.org/drawingml/2006/main">
            <a:off x="1377315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16" name="line-316">
            <a:extLst xmlns:a="http://schemas.openxmlformats.org/drawingml/2006/main">
              <a:ext uri="{FF2B5EF4-FFF2-40B4-BE49-F238E27FC236}">
                <a16:creationId xmlns:a16="http://schemas.microsoft.com/office/drawing/2014/main" id="{AD84F08E-CE35-450E-9084-28815249C1A4}"/>
              </a:ext>
            </a:extLst>
          </p:cNvPr>
          <p:cNvSpPr>
            <a:spLocks xmlns:a="http://schemas.openxmlformats.org/drawingml/2006/main" noGrp="1"/>
          </p:cNvSpPr>
          <p:nvPr/>
        </p:nvSpPr>
        <p:spPr>
          <a:xfrm xmlns:a="http://schemas.openxmlformats.org/drawingml/2006/main">
            <a:off x="13392150" y="740092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17" name="line-317">
            <a:extLst xmlns:a="http://schemas.openxmlformats.org/drawingml/2006/main">
              <a:ext uri="{FF2B5EF4-FFF2-40B4-BE49-F238E27FC236}">
                <a16:creationId xmlns:a16="http://schemas.microsoft.com/office/drawing/2014/main" id="{2B419DFB-D3E6-44C4-A2E0-435ECFED6BDE}"/>
              </a:ext>
            </a:extLst>
          </p:cNvPr>
          <p:cNvSpPr>
            <a:spLocks xmlns:a="http://schemas.openxmlformats.org/drawingml/2006/main" noGrp="1"/>
          </p:cNvSpPr>
          <p:nvPr/>
        </p:nvSpPr>
        <p:spPr>
          <a:xfrm xmlns:a="http://schemas.openxmlformats.org/drawingml/2006/main">
            <a:off x="13868400" y="7019925"/>
            <a:ext cx="47625" cy="9525"/>
          </a:xfrm>
          <a:custGeom xmlns:a="http://schemas.openxmlformats.org/drawingml/2006/main">
            <a:pathLst>
              <a:path w="47625" h="9525">
                <a:moveTo>
                  <a:pt x="0" y="0"/>
                </a:moveTo>
                <a:lnTo>
                  <a:pt x="47625" y="0"/>
                </a:lnTo>
              </a:path>
            </a:pathLst>
          </a:custGeom>
          <a:noFill xmlns:a="http://schemas.openxmlformats.org/drawingml/2006/main"/>
          <a:ln xmlns:a="http://schemas.openxmlformats.org/drawingml/2006/main" w="9525">
            <a:solidFill>
              <a:srgbClr val="9BA5B4"/>
            </a:solidFill>
            <a:prstDash val="solid"/>
          </a:ln>
        </p:spPr>
      </p:sp>
      <p:sp>
        <p:nvSpPr>
          <p:cNvPr id="318" name="line-318">
            <a:extLst xmlns:a="http://schemas.openxmlformats.org/drawingml/2006/main">
              <a:ext uri="{FF2B5EF4-FFF2-40B4-BE49-F238E27FC236}">
                <a16:creationId xmlns:a16="http://schemas.microsoft.com/office/drawing/2014/main" id="{A005922E-1FD9-43C6-A747-107A7FBCA48A}"/>
              </a:ext>
            </a:extLst>
          </p:cNvPr>
          <p:cNvSpPr>
            <a:spLocks xmlns:a="http://schemas.openxmlformats.org/drawingml/2006/main" noGrp="1"/>
          </p:cNvSpPr>
          <p:nvPr/>
        </p:nvSpPr>
        <p:spPr>
          <a:xfrm xmlns:a="http://schemas.openxmlformats.org/drawingml/2006/main">
            <a:off x="13392150" y="7496175"/>
            <a:ext cx="9525" cy="47625"/>
          </a:xfrm>
          <a:custGeom xmlns:a="http://schemas.openxmlformats.org/drawingml/2006/main">
            <a:pathLst>
              <a:path w="9525" h="47625">
                <a:moveTo>
                  <a:pt x="0" y="0"/>
                </a:moveTo>
                <a:lnTo>
                  <a:pt x="0" y="47625"/>
                </a:lnTo>
              </a:path>
            </a:pathLst>
          </a:custGeom>
          <a:noFill xmlns:a="http://schemas.openxmlformats.org/drawingml/2006/main"/>
          <a:ln xmlns:a="http://schemas.openxmlformats.org/drawingml/2006/main" w="9525">
            <a:solidFill>
              <a:srgbClr val="9BA5B4"/>
            </a:solidFill>
            <a:prstDash val="solid"/>
          </a:ln>
        </p:spPr>
      </p:sp>
      <p:sp>
        <p:nvSpPr>
          <p:cNvPr id="319" name="Illustrative FACS event-319">
            <a:extLst xmlns:a="http://schemas.openxmlformats.org/drawingml/2006/main">
              <a:ext uri="{FF2B5EF4-FFF2-40B4-BE49-F238E27FC236}">
                <a16:creationId xmlns:a16="http://schemas.microsoft.com/office/drawing/2014/main" id="{2EBC6B9D-12DD-4F74-B9D7-CFF0BB859E69}"/>
              </a:ext>
            </a:extLst>
          </p:cNvPr>
          <p:cNvSpPr>
            <a:spLocks xmlns:a="http://schemas.openxmlformats.org/drawingml/2006/main" noGrp="1"/>
          </p:cNvSpPr>
          <p:nvPr/>
        </p:nvSpPr>
        <p:spPr>
          <a:xfrm xmlns:a="http://schemas.openxmlformats.org/drawingml/2006/main" rot="0">
            <a:off x="13074836" y="675325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0" name="Illustrative FACS event-320">
            <a:extLst xmlns:a="http://schemas.openxmlformats.org/drawingml/2006/main">
              <a:ext uri="{FF2B5EF4-FFF2-40B4-BE49-F238E27FC236}">
                <a16:creationId xmlns:a16="http://schemas.microsoft.com/office/drawing/2014/main" id="{2C6CE521-9CCA-4AB1-9D99-F2EEA18FF024}"/>
              </a:ext>
            </a:extLst>
          </p:cNvPr>
          <p:cNvSpPr>
            <a:spLocks xmlns:a="http://schemas.openxmlformats.org/drawingml/2006/main" noGrp="1"/>
          </p:cNvSpPr>
          <p:nvPr/>
        </p:nvSpPr>
        <p:spPr>
          <a:xfrm xmlns:a="http://schemas.openxmlformats.org/drawingml/2006/main" rot="0">
            <a:off x="13119485" y="658661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1" name="Illustrative FACS event-321">
            <a:extLst xmlns:a="http://schemas.openxmlformats.org/drawingml/2006/main">
              <a:ext uri="{FF2B5EF4-FFF2-40B4-BE49-F238E27FC236}">
                <a16:creationId xmlns:a16="http://schemas.microsoft.com/office/drawing/2014/main" id="{2C493710-C00C-4704-9588-7A062BFD6029}"/>
              </a:ext>
            </a:extLst>
          </p:cNvPr>
          <p:cNvSpPr>
            <a:spLocks xmlns:a="http://schemas.openxmlformats.org/drawingml/2006/main" noGrp="1"/>
          </p:cNvSpPr>
          <p:nvPr/>
        </p:nvSpPr>
        <p:spPr>
          <a:xfrm xmlns:a="http://schemas.openxmlformats.org/drawingml/2006/main" rot="0">
            <a:off x="13097185" y="685071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2" name="Illustrative FACS event-322">
            <a:extLst xmlns:a="http://schemas.openxmlformats.org/drawingml/2006/main">
              <a:ext uri="{FF2B5EF4-FFF2-40B4-BE49-F238E27FC236}">
                <a16:creationId xmlns:a16="http://schemas.microsoft.com/office/drawing/2014/main" id="{033CBC7A-5CB4-4E76-8531-71784DDE5BD1}"/>
              </a:ext>
            </a:extLst>
          </p:cNvPr>
          <p:cNvSpPr>
            <a:spLocks xmlns:a="http://schemas.openxmlformats.org/drawingml/2006/main" noGrp="1"/>
          </p:cNvSpPr>
          <p:nvPr/>
        </p:nvSpPr>
        <p:spPr>
          <a:xfrm xmlns:a="http://schemas.openxmlformats.org/drawingml/2006/main" rot="0">
            <a:off x="13130988" y="667824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3" name="Illustrative FACS event-323">
            <a:extLst xmlns:a="http://schemas.openxmlformats.org/drawingml/2006/main">
              <a:ext uri="{FF2B5EF4-FFF2-40B4-BE49-F238E27FC236}">
                <a16:creationId xmlns:a16="http://schemas.microsoft.com/office/drawing/2014/main" id="{D23DC1D4-F1A0-4633-8FB7-2A6DF1A43F32}"/>
              </a:ext>
            </a:extLst>
          </p:cNvPr>
          <p:cNvSpPr>
            <a:spLocks xmlns:a="http://schemas.openxmlformats.org/drawingml/2006/main" noGrp="1"/>
          </p:cNvSpPr>
          <p:nvPr/>
        </p:nvSpPr>
        <p:spPr>
          <a:xfrm xmlns:a="http://schemas.openxmlformats.org/drawingml/2006/main" rot="0">
            <a:off x="13197470" y="662078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4" name="Illustrative FACS event-324">
            <a:extLst xmlns:a="http://schemas.openxmlformats.org/drawingml/2006/main">
              <a:ext uri="{FF2B5EF4-FFF2-40B4-BE49-F238E27FC236}">
                <a16:creationId xmlns:a16="http://schemas.microsoft.com/office/drawing/2014/main" id="{FB2F2CF5-2063-4D2C-9DA9-65C63ADF5BCF}"/>
              </a:ext>
            </a:extLst>
          </p:cNvPr>
          <p:cNvSpPr>
            <a:spLocks xmlns:a="http://schemas.openxmlformats.org/drawingml/2006/main" noGrp="1"/>
          </p:cNvSpPr>
          <p:nvPr/>
        </p:nvSpPr>
        <p:spPr>
          <a:xfrm xmlns:a="http://schemas.openxmlformats.org/drawingml/2006/main" rot="0">
            <a:off x="13093637" y="679214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5" name="Illustrative FACS event-325">
            <a:extLst xmlns:a="http://schemas.openxmlformats.org/drawingml/2006/main">
              <a:ext uri="{FF2B5EF4-FFF2-40B4-BE49-F238E27FC236}">
                <a16:creationId xmlns:a16="http://schemas.microsoft.com/office/drawing/2014/main" id="{2AB64C03-8F7B-4B18-B50F-95D5582D958A}"/>
              </a:ext>
            </a:extLst>
          </p:cNvPr>
          <p:cNvSpPr>
            <a:spLocks xmlns:a="http://schemas.openxmlformats.org/drawingml/2006/main" noGrp="1"/>
          </p:cNvSpPr>
          <p:nvPr/>
        </p:nvSpPr>
        <p:spPr>
          <a:xfrm xmlns:a="http://schemas.openxmlformats.org/drawingml/2006/main" rot="0">
            <a:off x="13213922" y="680030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6" name="Illustrative FACS event-326">
            <a:extLst xmlns:a="http://schemas.openxmlformats.org/drawingml/2006/main">
              <a:ext uri="{FF2B5EF4-FFF2-40B4-BE49-F238E27FC236}">
                <a16:creationId xmlns:a16="http://schemas.microsoft.com/office/drawing/2014/main" id="{A35F1970-AFFD-4336-B12F-D9C605A619CF}"/>
              </a:ext>
            </a:extLst>
          </p:cNvPr>
          <p:cNvSpPr>
            <a:spLocks xmlns:a="http://schemas.openxmlformats.org/drawingml/2006/main" noGrp="1"/>
          </p:cNvSpPr>
          <p:nvPr/>
        </p:nvSpPr>
        <p:spPr>
          <a:xfrm xmlns:a="http://schemas.openxmlformats.org/drawingml/2006/main" rot="0">
            <a:off x="13228688" y="662603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7" name="Illustrative FACS event-327">
            <a:extLst xmlns:a="http://schemas.openxmlformats.org/drawingml/2006/main">
              <a:ext uri="{FF2B5EF4-FFF2-40B4-BE49-F238E27FC236}">
                <a16:creationId xmlns:a16="http://schemas.microsoft.com/office/drawing/2014/main" id="{58FD3333-BB15-4628-8A74-9E03C3589065}"/>
              </a:ext>
            </a:extLst>
          </p:cNvPr>
          <p:cNvSpPr>
            <a:spLocks xmlns:a="http://schemas.openxmlformats.org/drawingml/2006/main" noGrp="1"/>
          </p:cNvSpPr>
          <p:nvPr/>
        </p:nvSpPr>
        <p:spPr>
          <a:xfrm xmlns:a="http://schemas.openxmlformats.org/drawingml/2006/main" rot="0">
            <a:off x="12976559" y="677175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8" name="Illustrative FACS event-328">
            <a:extLst xmlns:a="http://schemas.openxmlformats.org/drawingml/2006/main">
              <a:ext uri="{FF2B5EF4-FFF2-40B4-BE49-F238E27FC236}">
                <a16:creationId xmlns:a16="http://schemas.microsoft.com/office/drawing/2014/main" id="{10138792-EAA1-4F56-9939-A0E298174F8E}"/>
              </a:ext>
            </a:extLst>
          </p:cNvPr>
          <p:cNvSpPr>
            <a:spLocks xmlns:a="http://schemas.openxmlformats.org/drawingml/2006/main" noGrp="1"/>
          </p:cNvSpPr>
          <p:nvPr/>
        </p:nvSpPr>
        <p:spPr>
          <a:xfrm xmlns:a="http://schemas.openxmlformats.org/drawingml/2006/main" rot="0">
            <a:off x="13217629" y="6755063"/>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29" name="Illustrative FACS event-329">
            <a:extLst xmlns:a="http://schemas.openxmlformats.org/drawingml/2006/main">
              <a:ext uri="{FF2B5EF4-FFF2-40B4-BE49-F238E27FC236}">
                <a16:creationId xmlns:a16="http://schemas.microsoft.com/office/drawing/2014/main" id="{A8921CE3-E764-4D07-9619-6564554E7F0C}"/>
              </a:ext>
            </a:extLst>
          </p:cNvPr>
          <p:cNvSpPr>
            <a:spLocks xmlns:a="http://schemas.openxmlformats.org/drawingml/2006/main" noGrp="1"/>
          </p:cNvSpPr>
          <p:nvPr/>
        </p:nvSpPr>
        <p:spPr>
          <a:xfrm xmlns:a="http://schemas.openxmlformats.org/drawingml/2006/main" rot="0">
            <a:off x="13077913" y="676909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0" name="Illustrative FACS event-330">
            <a:extLst xmlns:a="http://schemas.openxmlformats.org/drawingml/2006/main">
              <a:ext uri="{FF2B5EF4-FFF2-40B4-BE49-F238E27FC236}">
                <a16:creationId xmlns:a16="http://schemas.microsoft.com/office/drawing/2014/main" id="{4EEE46D4-5B11-42A6-B4D7-81ED854611D4}"/>
              </a:ext>
            </a:extLst>
          </p:cNvPr>
          <p:cNvSpPr>
            <a:spLocks xmlns:a="http://schemas.openxmlformats.org/drawingml/2006/main" noGrp="1"/>
          </p:cNvSpPr>
          <p:nvPr/>
        </p:nvSpPr>
        <p:spPr>
          <a:xfrm xmlns:a="http://schemas.openxmlformats.org/drawingml/2006/main" rot="0">
            <a:off x="12994902" y="674449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1" name="Illustrative FACS event-331">
            <a:extLst xmlns:a="http://schemas.openxmlformats.org/drawingml/2006/main">
              <a:ext uri="{FF2B5EF4-FFF2-40B4-BE49-F238E27FC236}">
                <a16:creationId xmlns:a16="http://schemas.microsoft.com/office/drawing/2014/main" id="{E0384A7A-8CA2-4FF6-BA16-B6915F60EE7E}"/>
              </a:ext>
            </a:extLst>
          </p:cNvPr>
          <p:cNvSpPr>
            <a:spLocks xmlns:a="http://schemas.openxmlformats.org/drawingml/2006/main" noGrp="1"/>
          </p:cNvSpPr>
          <p:nvPr/>
        </p:nvSpPr>
        <p:spPr>
          <a:xfrm xmlns:a="http://schemas.openxmlformats.org/drawingml/2006/main" rot="0">
            <a:off x="13012103" y="665247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2" name="Illustrative FACS event-332">
            <a:extLst xmlns:a="http://schemas.openxmlformats.org/drawingml/2006/main">
              <a:ext uri="{FF2B5EF4-FFF2-40B4-BE49-F238E27FC236}">
                <a16:creationId xmlns:a16="http://schemas.microsoft.com/office/drawing/2014/main" id="{2DB44428-06F2-44A0-8777-B440A4FB083A}"/>
              </a:ext>
            </a:extLst>
          </p:cNvPr>
          <p:cNvSpPr>
            <a:spLocks xmlns:a="http://schemas.openxmlformats.org/drawingml/2006/main" noGrp="1"/>
          </p:cNvSpPr>
          <p:nvPr/>
        </p:nvSpPr>
        <p:spPr>
          <a:xfrm xmlns:a="http://schemas.openxmlformats.org/drawingml/2006/main" rot="0">
            <a:off x="13130435" y="672028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3" name="Illustrative FACS event-333">
            <a:extLst xmlns:a="http://schemas.openxmlformats.org/drawingml/2006/main">
              <a:ext uri="{FF2B5EF4-FFF2-40B4-BE49-F238E27FC236}">
                <a16:creationId xmlns:a16="http://schemas.microsoft.com/office/drawing/2014/main" id="{9E2E0E32-88EC-4221-9AE8-137E44C6443B}"/>
              </a:ext>
            </a:extLst>
          </p:cNvPr>
          <p:cNvSpPr>
            <a:spLocks xmlns:a="http://schemas.openxmlformats.org/drawingml/2006/main" noGrp="1"/>
          </p:cNvSpPr>
          <p:nvPr/>
        </p:nvSpPr>
        <p:spPr>
          <a:xfrm xmlns:a="http://schemas.openxmlformats.org/drawingml/2006/main" rot="0">
            <a:off x="12887811" y="665954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4" name="Illustrative FACS event-334">
            <a:extLst xmlns:a="http://schemas.openxmlformats.org/drawingml/2006/main">
              <a:ext uri="{FF2B5EF4-FFF2-40B4-BE49-F238E27FC236}">
                <a16:creationId xmlns:a16="http://schemas.microsoft.com/office/drawing/2014/main" id="{3E37641B-68F9-4B2D-AB46-09792D0B6E75}"/>
              </a:ext>
            </a:extLst>
          </p:cNvPr>
          <p:cNvSpPr>
            <a:spLocks xmlns:a="http://schemas.openxmlformats.org/drawingml/2006/main" noGrp="1"/>
          </p:cNvSpPr>
          <p:nvPr/>
        </p:nvSpPr>
        <p:spPr>
          <a:xfrm xmlns:a="http://schemas.openxmlformats.org/drawingml/2006/main" rot="0">
            <a:off x="13082867" y="680017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5" name="Illustrative FACS event-335">
            <a:extLst xmlns:a="http://schemas.openxmlformats.org/drawingml/2006/main">
              <a:ext uri="{FF2B5EF4-FFF2-40B4-BE49-F238E27FC236}">
                <a16:creationId xmlns:a16="http://schemas.microsoft.com/office/drawing/2014/main" id="{966FB045-BC48-48DE-9B9D-33BE34253E10}"/>
              </a:ext>
            </a:extLst>
          </p:cNvPr>
          <p:cNvSpPr>
            <a:spLocks xmlns:a="http://schemas.openxmlformats.org/drawingml/2006/main" noGrp="1"/>
          </p:cNvSpPr>
          <p:nvPr/>
        </p:nvSpPr>
        <p:spPr>
          <a:xfrm xmlns:a="http://schemas.openxmlformats.org/drawingml/2006/main" rot="0">
            <a:off x="13280406" y="661672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6" name="Illustrative FACS event-336">
            <a:extLst xmlns:a="http://schemas.openxmlformats.org/drawingml/2006/main">
              <a:ext uri="{FF2B5EF4-FFF2-40B4-BE49-F238E27FC236}">
                <a16:creationId xmlns:a16="http://schemas.microsoft.com/office/drawing/2014/main" id="{AB5E1C48-225D-4098-B26A-515A57049A3B}"/>
              </a:ext>
            </a:extLst>
          </p:cNvPr>
          <p:cNvSpPr>
            <a:spLocks xmlns:a="http://schemas.openxmlformats.org/drawingml/2006/main" noGrp="1"/>
          </p:cNvSpPr>
          <p:nvPr/>
        </p:nvSpPr>
        <p:spPr>
          <a:xfrm xmlns:a="http://schemas.openxmlformats.org/drawingml/2006/main" rot="0">
            <a:off x="13147829" y="682695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7" name="Illustrative FACS event-337">
            <a:extLst xmlns:a="http://schemas.openxmlformats.org/drawingml/2006/main">
              <a:ext uri="{FF2B5EF4-FFF2-40B4-BE49-F238E27FC236}">
                <a16:creationId xmlns:a16="http://schemas.microsoft.com/office/drawing/2014/main" id="{E2C82A45-5962-4F84-9F59-1140927A492C}"/>
              </a:ext>
            </a:extLst>
          </p:cNvPr>
          <p:cNvSpPr>
            <a:spLocks xmlns:a="http://schemas.openxmlformats.org/drawingml/2006/main" noGrp="1"/>
          </p:cNvSpPr>
          <p:nvPr/>
        </p:nvSpPr>
        <p:spPr>
          <a:xfrm xmlns:a="http://schemas.openxmlformats.org/drawingml/2006/main" rot="0">
            <a:off x="13207107" y="674111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8" name="Illustrative FACS event-338">
            <a:extLst xmlns:a="http://schemas.openxmlformats.org/drawingml/2006/main">
              <a:ext uri="{FF2B5EF4-FFF2-40B4-BE49-F238E27FC236}">
                <a16:creationId xmlns:a16="http://schemas.microsoft.com/office/drawing/2014/main" id="{38164893-6D97-4A1A-A035-765A93780B4A}"/>
              </a:ext>
            </a:extLst>
          </p:cNvPr>
          <p:cNvSpPr>
            <a:spLocks xmlns:a="http://schemas.openxmlformats.org/drawingml/2006/main" noGrp="1"/>
          </p:cNvSpPr>
          <p:nvPr/>
        </p:nvSpPr>
        <p:spPr>
          <a:xfrm xmlns:a="http://schemas.openxmlformats.org/drawingml/2006/main" rot="0">
            <a:off x="13162942" y="682342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39" name="Illustrative FACS event-339">
            <a:extLst xmlns:a="http://schemas.openxmlformats.org/drawingml/2006/main">
              <a:ext uri="{FF2B5EF4-FFF2-40B4-BE49-F238E27FC236}">
                <a16:creationId xmlns:a16="http://schemas.microsoft.com/office/drawing/2014/main" id="{68BD3C4C-1C1D-48BF-929A-B95667849452}"/>
              </a:ext>
            </a:extLst>
          </p:cNvPr>
          <p:cNvSpPr>
            <a:spLocks xmlns:a="http://schemas.openxmlformats.org/drawingml/2006/main" noGrp="1"/>
          </p:cNvSpPr>
          <p:nvPr/>
        </p:nvSpPr>
        <p:spPr>
          <a:xfrm xmlns:a="http://schemas.openxmlformats.org/drawingml/2006/main" rot="0">
            <a:off x="12992749" y="670257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0" name="Illustrative FACS event-340">
            <a:extLst xmlns:a="http://schemas.openxmlformats.org/drawingml/2006/main">
              <a:ext uri="{FF2B5EF4-FFF2-40B4-BE49-F238E27FC236}">
                <a16:creationId xmlns:a16="http://schemas.microsoft.com/office/drawing/2014/main" id="{22A29FB4-2F61-41F6-8BC1-C18867EE1877}"/>
              </a:ext>
            </a:extLst>
          </p:cNvPr>
          <p:cNvSpPr>
            <a:spLocks xmlns:a="http://schemas.openxmlformats.org/drawingml/2006/main" noGrp="1"/>
          </p:cNvSpPr>
          <p:nvPr/>
        </p:nvSpPr>
        <p:spPr>
          <a:xfrm xmlns:a="http://schemas.openxmlformats.org/drawingml/2006/main" rot="0">
            <a:off x="12967237" y="665248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1" name="Illustrative FACS event-341">
            <a:extLst xmlns:a="http://schemas.openxmlformats.org/drawingml/2006/main">
              <a:ext uri="{FF2B5EF4-FFF2-40B4-BE49-F238E27FC236}">
                <a16:creationId xmlns:a16="http://schemas.microsoft.com/office/drawing/2014/main" id="{9ED1F633-BA53-4586-8A4E-DF3C8D38B1E0}"/>
              </a:ext>
            </a:extLst>
          </p:cNvPr>
          <p:cNvSpPr>
            <a:spLocks xmlns:a="http://schemas.openxmlformats.org/drawingml/2006/main" noGrp="1"/>
          </p:cNvSpPr>
          <p:nvPr/>
        </p:nvSpPr>
        <p:spPr>
          <a:xfrm xmlns:a="http://schemas.openxmlformats.org/drawingml/2006/main" rot="0">
            <a:off x="13175950" y="673912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2" name="Illustrative FACS event-342">
            <a:extLst xmlns:a="http://schemas.openxmlformats.org/drawingml/2006/main">
              <a:ext uri="{FF2B5EF4-FFF2-40B4-BE49-F238E27FC236}">
                <a16:creationId xmlns:a16="http://schemas.microsoft.com/office/drawing/2014/main" id="{2DDE0BBB-AD14-46AA-A059-5F6C8EE32653}"/>
              </a:ext>
            </a:extLst>
          </p:cNvPr>
          <p:cNvSpPr>
            <a:spLocks xmlns:a="http://schemas.openxmlformats.org/drawingml/2006/main" noGrp="1"/>
          </p:cNvSpPr>
          <p:nvPr/>
        </p:nvSpPr>
        <p:spPr>
          <a:xfrm xmlns:a="http://schemas.openxmlformats.org/drawingml/2006/main" rot="0">
            <a:off x="13166282" y="676193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3" name="Illustrative FACS event-343">
            <a:extLst xmlns:a="http://schemas.openxmlformats.org/drawingml/2006/main">
              <a:ext uri="{FF2B5EF4-FFF2-40B4-BE49-F238E27FC236}">
                <a16:creationId xmlns:a16="http://schemas.microsoft.com/office/drawing/2014/main" id="{9ED78D84-046D-4D3F-A5F4-F97BDEC50C67}"/>
              </a:ext>
            </a:extLst>
          </p:cNvPr>
          <p:cNvSpPr>
            <a:spLocks xmlns:a="http://schemas.openxmlformats.org/drawingml/2006/main" noGrp="1"/>
          </p:cNvSpPr>
          <p:nvPr/>
        </p:nvSpPr>
        <p:spPr>
          <a:xfrm xmlns:a="http://schemas.openxmlformats.org/drawingml/2006/main" rot="0">
            <a:off x="13024252" y="671225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4" name="Illustrative FACS event-344">
            <a:extLst xmlns:a="http://schemas.openxmlformats.org/drawingml/2006/main">
              <a:ext uri="{FF2B5EF4-FFF2-40B4-BE49-F238E27FC236}">
                <a16:creationId xmlns:a16="http://schemas.microsoft.com/office/drawing/2014/main" id="{B5415C9A-12B2-4068-B791-4EFC944439FD}"/>
              </a:ext>
            </a:extLst>
          </p:cNvPr>
          <p:cNvSpPr>
            <a:spLocks xmlns:a="http://schemas.openxmlformats.org/drawingml/2006/main" noGrp="1"/>
          </p:cNvSpPr>
          <p:nvPr/>
        </p:nvSpPr>
        <p:spPr>
          <a:xfrm xmlns:a="http://schemas.openxmlformats.org/drawingml/2006/main" rot="0">
            <a:off x="13003826" y="678090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5" name="Illustrative FACS event-345">
            <a:extLst xmlns:a="http://schemas.openxmlformats.org/drawingml/2006/main">
              <a:ext uri="{FF2B5EF4-FFF2-40B4-BE49-F238E27FC236}">
                <a16:creationId xmlns:a16="http://schemas.microsoft.com/office/drawing/2014/main" id="{3EE8D36E-AC9E-4B88-8CF6-2B3986FD441A}"/>
              </a:ext>
            </a:extLst>
          </p:cNvPr>
          <p:cNvSpPr>
            <a:spLocks xmlns:a="http://schemas.openxmlformats.org/drawingml/2006/main" noGrp="1"/>
          </p:cNvSpPr>
          <p:nvPr/>
        </p:nvSpPr>
        <p:spPr>
          <a:xfrm xmlns:a="http://schemas.openxmlformats.org/drawingml/2006/main" rot="0">
            <a:off x="13209269" y="669825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6" name="Illustrative FACS event-346">
            <a:extLst xmlns:a="http://schemas.openxmlformats.org/drawingml/2006/main">
              <a:ext uri="{FF2B5EF4-FFF2-40B4-BE49-F238E27FC236}">
                <a16:creationId xmlns:a16="http://schemas.microsoft.com/office/drawing/2014/main" id="{6EA8FBF0-3FE8-4ED1-BAFB-66D219E0C3C0}"/>
              </a:ext>
            </a:extLst>
          </p:cNvPr>
          <p:cNvSpPr>
            <a:spLocks xmlns:a="http://schemas.openxmlformats.org/drawingml/2006/main" noGrp="1"/>
          </p:cNvSpPr>
          <p:nvPr/>
        </p:nvSpPr>
        <p:spPr>
          <a:xfrm xmlns:a="http://schemas.openxmlformats.org/drawingml/2006/main" rot="0">
            <a:off x="13199603" y="6604523"/>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7" name="Illustrative FACS event-347">
            <a:extLst xmlns:a="http://schemas.openxmlformats.org/drawingml/2006/main">
              <a:ext uri="{FF2B5EF4-FFF2-40B4-BE49-F238E27FC236}">
                <a16:creationId xmlns:a16="http://schemas.microsoft.com/office/drawing/2014/main" id="{E77802B3-D326-4818-9AB3-32AE45487245}"/>
              </a:ext>
            </a:extLst>
          </p:cNvPr>
          <p:cNvSpPr>
            <a:spLocks xmlns:a="http://schemas.openxmlformats.org/drawingml/2006/main" noGrp="1"/>
          </p:cNvSpPr>
          <p:nvPr/>
        </p:nvSpPr>
        <p:spPr>
          <a:xfrm xmlns:a="http://schemas.openxmlformats.org/drawingml/2006/main" rot="0">
            <a:off x="13091568" y="675027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8" name="Illustrative FACS event-348">
            <a:extLst xmlns:a="http://schemas.openxmlformats.org/drawingml/2006/main">
              <a:ext uri="{FF2B5EF4-FFF2-40B4-BE49-F238E27FC236}">
                <a16:creationId xmlns:a16="http://schemas.microsoft.com/office/drawing/2014/main" id="{FDDA8A90-D21C-49F3-8369-86D80C8ABC56}"/>
              </a:ext>
            </a:extLst>
          </p:cNvPr>
          <p:cNvSpPr>
            <a:spLocks xmlns:a="http://schemas.openxmlformats.org/drawingml/2006/main" noGrp="1"/>
          </p:cNvSpPr>
          <p:nvPr/>
        </p:nvSpPr>
        <p:spPr>
          <a:xfrm xmlns:a="http://schemas.openxmlformats.org/drawingml/2006/main" rot="0">
            <a:off x="13093623" y="672540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49" name="Illustrative FACS event-349">
            <a:extLst xmlns:a="http://schemas.openxmlformats.org/drawingml/2006/main">
              <a:ext uri="{FF2B5EF4-FFF2-40B4-BE49-F238E27FC236}">
                <a16:creationId xmlns:a16="http://schemas.microsoft.com/office/drawing/2014/main" id="{52BD5630-84BA-4E7E-8CB4-743BC9014FD0}"/>
              </a:ext>
            </a:extLst>
          </p:cNvPr>
          <p:cNvSpPr>
            <a:spLocks xmlns:a="http://schemas.openxmlformats.org/drawingml/2006/main" noGrp="1"/>
          </p:cNvSpPr>
          <p:nvPr/>
        </p:nvSpPr>
        <p:spPr>
          <a:xfrm xmlns:a="http://schemas.openxmlformats.org/drawingml/2006/main" rot="0">
            <a:off x="13109776" y="671975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0" name="Illustrative FACS event-350">
            <a:extLst xmlns:a="http://schemas.openxmlformats.org/drawingml/2006/main">
              <a:ext uri="{FF2B5EF4-FFF2-40B4-BE49-F238E27FC236}">
                <a16:creationId xmlns:a16="http://schemas.microsoft.com/office/drawing/2014/main" id="{90B93F05-0E76-4E7A-940E-FD0FAE910813}"/>
              </a:ext>
            </a:extLst>
          </p:cNvPr>
          <p:cNvSpPr>
            <a:spLocks xmlns:a="http://schemas.openxmlformats.org/drawingml/2006/main" noGrp="1"/>
          </p:cNvSpPr>
          <p:nvPr/>
        </p:nvSpPr>
        <p:spPr>
          <a:xfrm xmlns:a="http://schemas.openxmlformats.org/drawingml/2006/main" rot="0">
            <a:off x="13028606" y="671397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1" name="Illustrative FACS event-351">
            <a:extLst xmlns:a="http://schemas.openxmlformats.org/drawingml/2006/main">
              <a:ext uri="{FF2B5EF4-FFF2-40B4-BE49-F238E27FC236}">
                <a16:creationId xmlns:a16="http://schemas.microsoft.com/office/drawing/2014/main" id="{25FEE857-3A47-4FF8-91CF-958B5456F333}"/>
              </a:ext>
            </a:extLst>
          </p:cNvPr>
          <p:cNvSpPr>
            <a:spLocks xmlns:a="http://schemas.openxmlformats.org/drawingml/2006/main" noGrp="1"/>
          </p:cNvSpPr>
          <p:nvPr/>
        </p:nvSpPr>
        <p:spPr>
          <a:xfrm xmlns:a="http://schemas.openxmlformats.org/drawingml/2006/main" rot="0">
            <a:off x="13033773" y="673799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2" name="Illustrative FACS event-352">
            <a:extLst xmlns:a="http://schemas.openxmlformats.org/drawingml/2006/main">
              <a:ext uri="{FF2B5EF4-FFF2-40B4-BE49-F238E27FC236}">
                <a16:creationId xmlns:a16="http://schemas.microsoft.com/office/drawing/2014/main" id="{718173C4-E8D0-4AD1-A953-EC03044EB92D}"/>
              </a:ext>
            </a:extLst>
          </p:cNvPr>
          <p:cNvSpPr>
            <a:spLocks xmlns:a="http://schemas.openxmlformats.org/drawingml/2006/main" noGrp="1"/>
          </p:cNvSpPr>
          <p:nvPr/>
        </p:nvSpPr>
        <p:spPr>
          <a:xfrm xmlns:a="http://schemas.openxmlformats.org/drawingml/2006/main" rot="0">
            <a:off x="13197922" y="671011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3" name="Illustrative FACS event-353">
            <a:extLst xmlns:a="http://schemas.openxmlformats.org/drawingml/2006/main">
              <a:ext uri="{FF2B5EF4-FFF2-40B4-BE49-F238E27FC236}">
                <a16:creationId xmlns:a16="http://schemas.microsoft.com/office/drawing/2014/main" id="{33B32A8C-F953-474D-A4E1-F9E42B454970}"/>
              </a:ext>
            </a:extLst>
          </p:cNvPr>
          <p:cNvSpPr>
            <a:spLocks xmlns:a="http://schemas.openxmlformats.org/drawingml/2006/main" noGrp="1"/>
          </p:cNvSpPr>
          <p:nvPr/>
        </p:nvSpPr>
        <p:spPr>
          <a:xfrm xmlns:a="http://schemas.openxmlformats.org/drawingml/2006/main" rot="0">
            <a:off x="13081231" y="678937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4" name="Illustrative FACS event-354">
            <a:extLst xmlns:a="http://schemas.openxmlformats.org/drawingml/2006/main">
              <a:ext uri="{FF2B5EF4-FFF2-40B4-BE49-F238E27FC236}">
                <a16:creationId xmlns:a16="http://schemas.microsoft.com/office/drawing/2014/main" id="{AE8D9AC6-9AD0-4AB1-8A7D-6292BB309E90}"/>
              </a:ext>
            </a:extLst>
          </p:cNvPr>
          <p:cNvSpPr>
            <a:spLocks xmlns:a="http://schemas.openxmlformats.org/drawingml/2006/main" noGrp="1"/>
          </p:cNvSpPr>
          <p:nvPr/>
        </p:nvSpPr>
        <p:spPr>
          <a:xfrm xmlns:a="http://schemas.openxmlformats.org/drawingml/2006/main" rot="0">
            <a:off x="13049219" y="678944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5" name="Illustrative FACS event-355">
            <a:extLst xmlns:a="http://schemas.openxmlformats.org/drawingml/2006/main">
              <a:ext uri="{FF2B5EF4-FFF2-40B4-BE49-F238E27FC236}">
                <a16:creationId xmlns:a16="http://schemas.microsoft.com/office/drawing/2014/main" id="{D52ED12D-7364-4549-A5EC-D85F88622523}"/>
              </a:ext>
            </a:extLst>
          </p:cNvPr>
          <p:cNvSpPr>
            <a:spLocks xmlns:a="http://schemas.openxmlformats.org/drawingml/2006/main" noGrp="1"/>
          </p:cNvSpPr>
          <p:nvPr/>
        </p:nvSpPr>
        <p:spPr>
          <a:xfrm xmlns:a="http://schemas.openxmlformats.org/drawingml/2006/main" rot="0">
            <a:off x="13246457" y="676056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6" name="Illustrative FACS event-356">
            <a:extLst xmlns:a="http://schemas.openxmlformats.org/drawingml/2006/main">
              <a:ext uri="{FF2B5EF4-FFF2-40B4-BE49-F238E27FC236}">
                <a16:creationId xmlns:a16="http://schemas.microsoft.com/office/drawing/2014/main" id="{2D4EBFA0-E0BC-4B82-A150-C5A0FE8B1EF2}"/>
              </a:ext>
            </a:extLst>
          </p:cNvPr>
          <p:cNvSpPr>
            <a:spLocks xmlns:a="http://schemas.openxmlformats.org/drawingml/2006/main" noGrp="1"/>
          </p:cNvSpPr>
          <p:nvPr/>
        </p:nvSpPr>
        <p:spPr>
          <a:xfrm xmlns:a="http://schemas.openxmlformats.org/drawingml/2006/main" rot="0">
            <a:off x="12986940" y="692468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7" name="Illustrative FACS event-357">
            <a:extLst xmlns:a="http://schemas.openxmlformats.org/drawingml/2006/main">
              <a:ext uri="{FF2B5EF4-FFF2-40B4-BE49-F238E27FC236}">
                <a16:creationId xmlns:a16="http://schemas.microsoft.com/office/drawing/2014/main" id="{7066E6A1-4626-4AFB-8C56-149C9212ED46}"/>
              </a:ext>
            </a:extLst>
          </p:cNvPr>
          <p:cNvSpPr>
            <a:spLocks xmlns:a="http://schemas.openxmlformats.org/drawingml/2006/main" noGrp="1"/>
          </p:cNvSpPr>
          <p:nvPr/>
        </p:nvSpPr>
        <p:spPr>
          <a:xfrm xmlns:a="http://schemas.openxmlformats.org/drawingml/2006/main" rot="0">
            <a:off x="13124577" y="665557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8" name="Illustrative FACS event-358">
            <a:extLst xmlns:a="http://schemas.openxmlformats.org/drawingml/2006/main">
              <a:ext uri="{FF2B5EF4-FFF2-40B4-BE49-F238E27FC236}">
                <a16:creationId xmlns:a16="http://schemas.microsoft.com/office/drawing/2014/main" id="{AEC57B47-0912-4033-9A08-7A8DD0BB7F6C}"/>
              </a:ext>
            </a:extLst>
          </p:cNvPr>
          <p:cNvSpPr>
            <a:spLocks xmlns:a="http://schemas.openxmlformats.org/drawingml/2006/main" noGrp="1"/>
          </p:cNvSpPr>
          <p:nvPr/>
        </p:nvSpPr>
        <p:spPr>
          <a:xfrm xmlns:a="http://schemas.openxmlformats.org/drawingml/2006/main" rot="0">
            <a:off x="13119474" y="673233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59" name="Illustrative FACS event-359">
            <a:extLst xmlns:a="http://schemas.openxmlformats.org/drawingml/2006/main">
              <a:ext uri="{FF2B5EF4-FFF2-40B4-BE49-F238E27FC236}">
                <a16:creationId xmlns:a16="http://schemas.microsoft.com/office/drawing/2014/main" id="{EC2003D2-BF27-42DE-AFD4-6EE8E901B3E0}"/>
              </a:ext>
            </a:extLst>
          </p:cNvPr>
          <p:cNvSpPr>
            <a:spLocks xmlns:a="http://schemas.openxmlformats.org/drawingml/2006/main" noGrp="1"/>
          </p:cNvSpPr>
          <p:nvPr/>
        </p:nvSpPr>
        <p:spPr>
          <a:xfrm xmlns:a="http://schemas.openxmlformats.org/drawingml/2006/main" rot="0">
            <a:off x="12947365" y="671074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0" name="Illustrative FACS event-360">
            <a:extLst xmlns:a="http://schemas.openxmlformats.org/drawingml/2006/main">
              <a:ext uri="{FF2B5EF4-FFF2-40B4-BE49-F238E27FC236}">
                <a16:creationId xmlns:a16="http://schemas.microsoft.com/office/drawing/2014/main" id="{DDEFF989-8C79-4D9D-BF9B-99D9EAB74FDB}"/>
              </a:ext>
            </a:extLst>
          </p:cNvPr>
          <p:cNvSpPr>
            <a:spLocks xmlns:a="http://schemas.openxmlformats.org/drawingml/2006/main" noGrp="1"/>
          </p:cNvSpPr>
          <p:nvPr/>
        </p:nvSpPr>
        <p:spPr>
          <a:xfrm xmlns:a="http://schemas.openxmlformats.org/drawingml/2006/main" rot="0">
            <a:off x="13267167" y="6799343"/>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1" name="Illustrative FACS event-361">
            <a:extLst xmlns:a="http://schemas.openxmlformats.org/drawingml/2006/main">
              <a:ext uri="{FF2B5EF4-FFF2-40B4-BE49-F238E27FC236}">
                <a16:creationId xmlns:a16="http://schemas.microsoft.com/office/drawing/2014/main" id="{562234AD-F81F-467C-8F72-A544A2812B1E}"/>
              </a:ext>
            </a:extLst>
          </p:cNvPr>
          <p:cNvSpPr>
            <a:spLocks xmlns:a="http://schemas.openxmlformats.org/drawingml/2006/main" noGrp="1"/>
          </p:cNvSpPr>
          <p:nvPr/>
        </p:nvSpPr>
        <p:spPr>
          <a:xfrm xmlns:a="http://schemas.openxmlformats.org/drawingml/2006/main" rot="0">
            <a:off x="13129682" y="685436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2" name="Illustrative FACS event-362">
            <a:extLst xmlns:a="http://schemas.openxmlformats.org/drawingml/2006/main">
              <a:ext uri="{FF2B5EF4-FFF2-40B4-BE49-F238E27FC236}">
                <a16:creationId xmlns:a16="http://schemas.microsoft.com/office/drawing/2014/main" id="{866F0E5C-2001-478F-9566-533F156B47C4}"/>
              </a:ext>
            </a:extLst>
          </p:cNvPr>
          <p:cNvSpPr>
            <a:spLocks xmlns:a="http://schemas.openxmlformats.org/drawingml/2006/main" noGrp="1"/>
          </p:cNvSpPr>
          <p:nvPr/>
        </p:nvSpPr>
        <p:spPr>
          <a:xfrm xmlns:a="http://schemas.openxmlformats.org/drawingml/2006/main" rot="0">
            <a:off x="13168213" y="678956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3" name="Illustrative FACS event-363">
            <a:extLst xmlns:a="http://schemas.openxmlformats.org/drawingml/2006/main">
              <a:ext uri="{FF2B5EF4-FFF2-40B4-BE49-F238E27FC236}">
                <a16:creationId xmlns:a16="http://schemas.microsoft.com/office/drawing/2014/main" id="{92A0E751-BB37-4DE1-AA20-BEAC77E8BF56}"/>
              </a:ext>
            </a:extLst>
          </p:cNvPr>
          <p:cNvSpPr>
            <a:spLocks xmlns:a="http://schemas.openxmlformats.org/drawingml/2006/main" noGrp="1"/>
          </p:cNvSpPr>
          <p:nvPr/>
        </p:nvSpPr>
        <p:spPr>
          <a:xfrm xmlns:a="http://schemas.openxmlformats.org/drawingml/2006/main" rot="0">
            <a:off x="13001860" y="667732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4" name="Illustrative FACS event-364">
            <a:extLst xmlns:a="http://schemas.openxmlformats.org/drawingml/2006/main">
              <a:ext uri="{FF2B5EF4-FFF2-40B4-BE49-F238E27FC236}">
                <a16:creationId xmlns:a16="http://schemas.microsoft.com/office/drawing/2014/main" id="{91496B48-63D9-48BE-9A42-38F9986602F0}"/>
              </a:ext>
            </a:extLst>
          </p:cNvPr>
          <p:cNvSpPr>
            <a:spLocks xmlns:a="http://schemas.openxmlformats.org/drawingml/2006/main" noGrp="1"/>
          </p:cNvSpPr>
          <p:nvPr/>
        </p:nvSpPr>
        <p:spPr>
          <a:xfrm xmlns:a="http://schemas.openxmlformats.org/drawingml/2006/main" rot="0">
            <a:off x="13042788" y="675905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5" name="Illustrative FACS event-365">
            <a:extLst xmlns:a="http://schemas.openxmlformats.org/drawingml/2006/main">
              <a:ext uri="{FF2B5EF4-FFF2-40B4-BE49-F238E27FC236}">
                <a16:creationId xmlns:a16="http://schemas.microsoft.com/office/drawing/2014/main" id="{ED01075B-404C-46A2-9111-55241B4C66D9}"/>
              </a:ext>
            </a:extLst>
          </p:cNvPr>
          <p:cNvSpPr>
            <a:spLocks xmlns:a="http://schemas.openxmlformats.org/drawingml/2006/main" noGrp="1"/>
          </p:cNvSpPr>
          <p:nvPr/>
        </p:nvSpPr>
        <p:spPr>
          <a:xfrm xmlns:a="http://schemas.openxmlformats.org/drawingml/2006/main" rot="0">
            <a:off x="13140244" y="676592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6" name="Illustrative FACS event-366">
            <a:extLst xmlns:a="http://schemas.openxmlformats.org/drawingml/2006/main">
              <a:ext uri="{FF2B5EF4-FFF2-40B4-BE49-F238E27FC236}">
                <a16:creationId xmlns:a16="http://schemas.microsoft.com/office/drawing/2014/main" id="{A76882E6-9D3F-40C9-AE0E-745DED137F94}"/>
              </a:ext>
            </a:extLst>
          </p:cNvPr>
          <p:cNvSpPr>
            <a:spLocks xmlns:a="http://schemas.openxmlformats.org/drawingml/2006/main" noGrp="1"/>
          </p:cNvSpPr>
          <p:nvPr/>
        </p:nvSpPr>
        <p:spPr>
          <a:xfrm xmlns:a="http://schemas.openxmlformats.org/drawingml/2006/main" rot="0">
            <a:off x="13003460" y="681090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7" name="Illustrative FACS event-367">
            <a:extLst xmlns:a="http://schemas.openxmlformats.org/drawingml/2006/main">
              <a:ext uri="{FF2B5EF4-FFF2-40B4-BE49-F238E27FC236}">
                <a16:creationId xmlns:a16="http://schemas.microsoft.com/office/drawing/2014/main" id="{6F421E02-DD15-463C-B624-4ACDD841355D}"/>
              </a:ext>
            </a:extLst>
          </p:cNvPr>
          <p:cNvSpPr>
            <a:spLocks xmlns:a="http://schemas.openxmlformats.org/drawingml/2006/main" noGrp="1"/>
          </p:cNvSpPr>
          <p:nvPr/>
        </p:nvSpPr>
        <p:spPr>
          <a:xfrm xmlns:a="http://schemas.openxmlformats.org/drawingml/2006/main" rot="0">
            <a:off x="13102344" y="671913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8" name="Illustrative FACS event-368">
            <a:extLst xmlns:a="http://schemas.openxmlformats.org/drawingml/2006/main">
              <a:ext uri="{FF2B5EF4-FFF2-40B4-BE49-F238E27FC236}">
                <a16:creationId xmlns:a16="http://schemas.microsoft.com/office/drawing/2014/main" id="{B4E2FD41-1F26-42B1-88BB-28D9CA00A591}"/>
              </a:ext>
            </a:extLst>
          </p:cNvPr>
          <p:cNvSpPr>
            <a:spLocks xmlns:a="http://schemas.openxmlformats.org/drawingml/2006/main" noGrp="1"/>
          </p:cNvSpPr>
          <p:nvPr/>
        </p:nvSpPr>
        <p:spPr>
          <a:xfrm xmlns:a="http://schemas.openxmlformats.org/drawingml/2006/main" rot="0">
            <a:off x="13077069" y="6744123"/>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69" name="Illustrative FACS event-369">
            <a:extLst xmlns:a="http://schemas.openxmlformats.org/drawingml/2006/main">
              <a:ext uri="{FF2B5EF4-FFF2-40B4-BE49-F238E27FC236}">
                <a16:creationId xmlns:a16="http://schemas.microsoft.com/office/drawing/2014/main" id="{6426BC98-70F0-41EF-B33E-E67A08B3475E}"/>
              </a:ext>
            </a:extLst>
          </p:cNvPr>
          <p:cNvSpPr>
            <a:spLocks xmlns:a="http://schemas.openxmlformats.org/drawingml/2006/main" noGrp="1"/>
          </p:cNvSpPr>
          <p:nvPr/>
        </p:nvSpPr>
        <p:spPr>
          <a:xfrm xmlns:a="http://schemas.openxmlformats.org/drawingml/2006/main" rot="0">
            <a:off x="13122387" y="668141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0" name="Illustrative FACS event-370">
            <a:extLst xmlns:a="http://schemas.openxmlformats.org/drawingml/2006/main">
              <a:ext uri="{FF2B5EF4-FFF2-40B4-BE49-F238E27FC236}">
                <a16:creationId xmlns:a16="http://schemas.microsoft.com/office/drawing/2014/main" id="{30BFFA62-A8AB-4114-936C-BE23A9A5880C}"/>
              </a:ext>
            </a:extLst>
          </p:cNvPr>
          <p:cNvSpPr>
            <a:spLocks xmlns:a="http://schemas.openxmlformats.org/drawingml/2006/main" noGrp="1"/>
          </p:cNvSpPr>
          <p:nvPr/>
        </p:nvSpPr>
        <p:spPr>
          <a:xfrm xmlns:a="http://schemas.openxmlformats.org/drawingml/2006/main" rot="0">
            <a:off x="13118999" y="674211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1" name="Illustrative FACS event-371">
            <a:extLst xmlns:a="http://schemas.openxmlformats.org/drawingml/2006/main">
              <a:ext uri="{FF2B5EF4-FFF2-40B4-BE49-F238E27FC236}">
                <a16:creationId xmlns:a16="http://schemas.microsoft.com/office/drawing/2014/main" id="{5222852E-FFBC-4497-A35D-091501D18513}"/>
              </a:ext>
            </a:extLst>
          </p:cNvPr>
          <p:cNvSpPr>
            <a:spLocks xmlns:a="http://schemas.openxmlformats.org/drawingml/2006/main" noGrp="1"/>
          </p:cNvSpPr>
          <p:nvPr/>
        </p:nvSpPr>
        <p:spPr>
          <a:xfrm xmlns:a="http://schemas.openxmlformats.org/drawingml/2006/main" rot="0">
            <a:off x="13060740" y="681594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2" name="Illustrative FACS event-372">
            <a:extLst xmlns:a="http://schemas.openxmlformats.org/drawingml/2006/main">
              <a:ext uri="{FF2B5EF4-FFF2-40B4-BE49-F238E27FC236}">
                <a16:creationId xmlns:a16="http://schemas.microsoft.com/office/drawing/2014/main" id="{896E125C-57F4-4E78-BCA0-0FAFC4D7A0B5}"/>
              </a:ext>
            </a:extLst>
          </p:cNvPr>
          <p:cNvSpPr>
            <a:spLocks xmlns:a="http://schemas.openxmlformats.org/drawingml/2006/main" noGrp="1"/>
          </p:cNvSpPr>
          <p:nvPr/>
        </p:nvSpPr>
        <p:spPr>
          <a:xfrm xmlns:a="http://schemas.openxmlformats.org/drawingml/2006/main" rot="0">
            <a:off x="13152923" y="671835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3" name="Illustrative FACS event-373">
            <a:extLst xmlns:a="http://schemas.openxmlformats.org/drawingml/2006/main">
              <a:ext uri="{FF2B5EF4-FFF2-40B4-BE49-F238E27FC236}">
                <a16:creationId xmlns:a16="http://schemas.microsoft.com/office/drawing/2014/main" id="{027D3518-E4F0-441D-BF0D-68D810B46E5C}"/>
              </a:ext>
            </a:extLst>
          </p:cNvPr>
          <p:cNvSpPr>
            <a:spLocks xmlns:a="http://schemas.openxmlformats.org/drawingml/2006/main" noGrp="1"/>
          </p:cNvSpPr>
          <p:nvPr/>
        </p:nvSpPr>
        <p:spPr>
          <a:xfrm xmlns:a="http://schemas.openxmlformats.org/drawingml/2006/main" rot="0">
            <a:off x="13160072" y="672662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4" name="Illustrative FACS event-374">
            <a:extLst xmlns:a="http://schemas.openxmlformats.org/drawingml/2006/main">
              <a:ext uri="{FF2B5EF4-FFF2-40B4-BE49-F238E27FC236}">
                <a16:creationId xmlns:a16="http://schemas.microsoft.com/office/drawing/2014/main" id="{FEBDDFDA-3420-4FDE-BECE-B8A7FC5DDA70}"/>
              </a:ext>
            </a:extLst>
          </p:cNvPr>
          <p:cNvSpPr>
            <a:spLocks xmlns:a="http://schemas.openxmlformats.org/drawingml/2006/main" noGrp="1"/>
          </p:cNvSpPr>
          <p:nvPr/>
        </p:nvSpPr>
        <p:spPr>
          <a:xfrm xmlns:a="http://schemas.openxmlformats.org/drawingml/2006/main" rot="0">
            <a:off x="13091888" y="679641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5" name="Illustrative FACS event-375">
            <a:extLst xmlns:a="http://schemas.openxmlformats.org/drawingml/2006/main">
              <a:ext uri="{FF2B5EF4-FFF2-40B4-BE49-F238E27FC236}">
                <a16:creationId xmlns:a16="http://schemas.microsoft.com/office/drawing/2014/main" id="{F4660EA4-70E5-4301-A08D-FDA326C59D97}"/>
              </a:ext>
            </a:extLst>
          </p:cNvPr>
          <p:cNvSpPr>
            <a:spLocks xmlns:a="http://schemas.openxmlformats.org/drawingml/2006/main" noGrp="1"/>
          </p:cNvSpPr>
          <p:nvPr/>
        </p:nvSpPr>
        <p:spPr>
          <a:xfrm xmlns:a="http://schemas.openxmlformats.org/drawingml/2006/main" rot="0">
            <a:off x="13023804" y="6615613"/>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6" name="Illustrative FACS event-376">
            <a:extLst xmlns:a="http://schemas.openxmlformats.org/drawingml/2006/main">
              <a:ext uri="{FF2B5EF4-FFF2-40B4-BE49-F238E27FC236}">
                <a16:creationId xmlns:a16="http://schemas.microsoft.com/office/drawing/2014/main" id="{4DDD16E4-7498-4447-A295-B1B33D21797A}"/>
              </a:ext>
            </a:extLst>
          </p:cNvPr>
          <p:cNvSpPr>
            <a:spLocks xmlns:a="http://schemas.openxmlformats.org/drawingml/2006/main" noGrp="1"/>
          </p:cNvSpPr>
          <p:nvPr/>
        </p:nvSpPr>
        <p:spPr>
          <a:xfrm xmlns:a="http://schemas.openxmlformats.org/drawingml/2006/main" rot="0">
            <a:off x="13191187" y="666840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7" name="Illustrative FACS event-377">
            <a:extLst xmlns:a="http://schemas.openxmlformats.org/drawingml/2006/main">
              <a:ext uri="{FF2B5EF4-FFF2-40B4-BE49-F238E27FC236}">
                <a16:creationId xmlns:a16="http://schemas.microsoft.com/office/drawing/2014/main" id="{658AF415-B04A-4D7D-B377-785270342412}"/>
              </a:ext>
            </a:extLst>
          </p:cNvPr>
          <p:cNvSpPr>
            <a:spLocks xmlns:a="http://schemas.openxmlformats.org/drawingml/2006/main" noGrp="1"/>
          </p:cNvSpPr>
          <p:nvPr/>
        </p:nvSpPr>
        <p:spPr>
          <a:xfrm xmlns:a="http://schemas.openxmlformats.org/drawingml/2006/main" rot="0">
            <a:off x="13081226" y="669604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8" name="Illustrative FACS event-378">
            <a:extLst xmlns:a="http://schemas.openxmlformats.org/drawingml/2006/main">
              <a:ext uri="{FF2B5EF4-FFF2-40B4-BE49-F238E27FC236}">
                <a16:creationId xmlns:a16="http://schemas.microsoft.com/office/drawing/2014/main" id="{40095278-EC2B-42A4-9711-8071FBB97E50}"/>
              </a:ext>
            </a:extLst>
          </p:cNvPr>
          <p:cNvSpPr>
            <a:spLocks xmlns:a="http://schemas.openxmlformats.org/drawingml/2006/main" noGrp="1"/>
          </p:cNvSpPr>
          <p:nvPr/>
        </p:nvSpPr>
        <p:spPr>
          <a:xfrm xmlns:a="http://schemas.openxmlformats.org/drawingml/2006/main" rot="0">
            <a:off x="13039133" y="671799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79" name="Illustrative FACS event-379">
            <a:extLst xmlns:a="http://schemas.openxmlformats.org/drawingml/2006/main">
              <a:ext uri="{FF2B5EF4-FFF2-40B4-BE49-F238E27FC236}">
                <a16:creationId xmlns:a16="http://schemas.microsoft.com/office/drawing/2014/main" id="{6E7039D7-5393-4A3D-B55E-03BE41FEDBF4}"/>
              </a:ext>
            </a:extLst>
          </p:cNvPr>
          <p:cNvSpPr>
            <a:spLocks xmlns:a="http://schemas.openxmlformats.org/drawingml/2006/main" noGrp="1"/>
          </p:cNvSpPr>
          <p:nvPr/>
        </p:nvSpPr>
        <p:spPr>
          <a:xfrm xmlns:a="http://schemas.openxmlformats.org/drawingml/2006/main" rot="0">
            <a:off x="12983578" y="669472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0" name="Illustrative FACS event-380">
            <a:extLst xmlns:a="http://schemas.openxmlformats.org/drawingml/2006/main">
              <a:ext uri="{FF2B5EF4-FFF2-40B4-BE49-F238E27FC236}">
                <a16:creationId xmlns:a16="http://schemas.microsoft.com/office/drawing/2014/main" id="{F5D52EC8-02BC-4504-AECA-6A8D32A0547B}"/>
              </a:ext>
            </a:extLst>
          </p:cNvPr>
          <p:cNvSpPr>
            <a:spLocks xmlns:a="http://schemas.openxmlformats.org/drawingml/2006/main" noGrp="1"/>
          </p:cNvSpPr>
          <p:nvPr/>
        </p:nvSpPr>
        <p:spPr>
          <a:xfrm xmlns:a="http://schemas.openxmlformats.org/drawingml/2006/main" rot="0">
            <a:off x="13173564" y="666248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1" name="Illustrative FACS event-381">
            <a:extLst xmlns:a="http://schemas.openxmlformats.org/drawingml/2006/main">
              <a:ext uri="{FF2B5EF4-FFF2-40B4-BE49-F238E27FC236}">
                <a16:creationId xmlns:a16="http://schemas.microsoft.com/office/drawing/2014/main" id="{5D8687A5-8997-42E5-98D6-B66E8FEA6B37}"/>
              </a:ext>
            </a:extLst>
          </p:cNvPr>
          <p:cNvSpPr>
            <a:spLocks xmlns:a="http://schemas.openxmlformats.org/drawingml/2006/main" noGrp="1"/>
          </p:cNvSpPr>
          <p:nvPr/>
        </p:nvSpPr>
        <p:spPr>
          <a:xfrm xmlns:a="http://schemas.openxmlformats.org/drawingml/2006/main" rot="0">
            <a:off x="13141719" y="668221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2" name="Illustrative FACS event-382">
            <a:extLst xmlns:a="http://schemas.openxmlformats.org/drawingml/2006/main">
              <a:ext uri="{FF2B5EF4-FFF2-40B4-BE49-F238E27FC236}">
                <a16:creationId xmlns:a16="http://schemas.microsoft.com/office/drawing/2014/main" id="{9DFD46E1-516C-4D30-AE62-68D06987BD40}"/>
              </a:ext>
            </a:extLst>
          </p:cNvPr>
          <p:cNvSpPr>
            <a:spLocks xmlns:a="http://schemas.openxmlformats.org/drawingml/2006/main" noGrp="1"/>
          </p:cNvSpPr>
          <p:nvPr/>
        </p:nvSpPr>
        <p:spPr>
          <a:xfrm xmlns:a="http://schemas.openxmlformats.org/drawingml/2006/main" rot="0">
            <a:off x="13228467" y="658023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3" name="Illustrative FACS event-383">
            <a:extLst xmlns:a="http://schemas.openxmlformats.org/drawingml/2006/main">
              <a:ext uri="{FF2B5EF4-FFF2-40B4-BE49-F238E27FC236}">
                <a16:creationId xmlns:a16="http://schemas.microsoft.com/office/drawing/2014/main" id="{F91AA0DE-0F70-4FE0-B964-6C95AF6C22AF}"/>
              </a:ext>
            </a:extLst>
          </p:cNvPr>
          <p:cNvSpPr>
            <a:spLocks xmlns:a="http://schemas.openxmlformats.org/drawingml/2006/main" noGrp="1"/>
          </p:cNvSpPr>
          <p:nvPr/>
        </p:nvSpPr>
        <p:spPr>
          <a:xfrm xmlns:a="http://schemas.openxmlformats.org/drawingml/2006/main" rot="0">
            <a:off x="13091981" y="667225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4" name="Illustrative FACS event-384">
            <a:extLst xmlns:a="http://schemas.openxmlformats.org/drawingml/2006/main">
              <a:ext uri="{FF2B5EF4-FFF2-40B4-BE49-F238E27FC236}">
                <a16:creationId xmlns:a16="http://schemas.microsoft.com/office/drawing/2014/main" id="{C5FD26FA-D7D2-45D5-8A20-9354B8F7A692}"/>
              </a:ext>
            </a:extLst>
          </p:cNvPr>
          <p:cNvSpPr>
            <a:spLocks xmlns:a="http://schemas.openxmlformats.org/drawingml/2006/main" noGrp="1"/>
          </p:cNvSpPr>
          <p:nvPr/>
        </p:nvSpPr>
        <p:spPr>
          <a:xfrm xmlns:a="http://schemas.openxmlformats.org/drawingml/2006/main" rot="0">
            <a:off x="13122738" y="667336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5" name="Illustrative FACS event-385">
            <a:extLst xmlns:a="http://schemas.openxmlformats.org/drawingml/2006/main">
              <a:ext uri="{FF2B5EF4-FFF2-40B4-BE49-F238E27FC236}">
                <a16:creationId xmlns:a16="http://schemas.microsoft.com/office/drawing/2014/main" id="{198EC716-07DC-48BB-B187-6D00409C74AF}"/>
              </a:ext>
            </a:extLst>
          </p:cNvPr>
          <p:cNvSpPr>
            <a:spLocks xmlns:a="http://schemas.openxmlformats.org/drawingml/2006/main" noGrp="1"/>
          </p:cNvSpPr>
          <p:nvPr/>
        </p:nvSpPr>
        <p:spPr>
          <a:xfrm xmlns:a="http://schemas.openxmlformats.org/drawingml/2006/main" rot="0">
            <a:off x="13154407" y="6700293"/>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6" name="Illustrative FACS event-386">
            <a:extLst xmlns:a="http://schemas.openxmlformats.org/drawingml/2006/main">
              <a:ext uri="{FF2B5EF4-FFF2-40B4-BE49-F238E27FC236}">
                <a16:creationId xmlns:a16="http://schemas.microsoft.com/office/drawing/2014/main" id="{4667CD6C-4B90-4330-945E-7346C49B8566}"/>
              </a:ext>
            </a:extLst>
          </p:cNvPr>
          <p:cNvSpPr>
            <a:spLocks xmlns:a="http://schemas.openxmlformats.org/drawingml/2006/main" noGrp="1"/>
          </p:cNvSpPr>
          <p:nvPr/>
        </p:nvSpPr>
        <p:spPr>
          <a:xfrm xmlns:a="http://schemas.openxmlformats.org/drawingml/2006/main" rot="0">
            <a:off x="13073266" y="680559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7" name="Illustrative FACS event-387">
            <a:extLst xmlns:a="http://schemas.openxmlformats.org/drawingml/2006/main">
              <a:ext uri="{FF2B5EF4-FFF2-40B4-BE49-F238E27FC236}">
                <a16:creationId xmlns:a16="http://schemas.microsoft.com/office/drawing/2014/main" id="{8CA99ECD-177F-4807-829B-7212A0D4D1CB}"/>
              </a:ext>
            </a:extLst>
          </p:cNvPr>
          <p:cNvSpPr>
            <a:spLocks xmlns:a="http://schemas.openxmlformats.org/drawingml/2006/main" noGrp="1"/>
          </p:cNvSpPr>
          <p:nvPr/>
        </p:nvSpPr>
        <p:spPr>
          <a:xfrm xmlns:a="http://schemas.openxmlformats.org/drawingml/2006/main" rot="0">
            <a:off x="13199428" y="668462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8" name="Illustrative FACS event-388">
            <a:extLst xmlns:a="http://schemas.openxmlformats.org/drawingml/2006/main">
              <a:ext uri="{FF2B5EF4-FFF2-40B4-BE49-F238E27FC236}">
                <a16:creationId xmlns:a16="http://schemas.microsoft.com/office/drawing/2014/main" id="{2A351ABF-13AA-4591-8ED3-07FC6B1ED381}"/>
              </a:ext>
            </a:extLst>
          </p:cNvPr>
          <p:cNvSpPr>
            <a:spLocks xmlns:a="http://schemas.openxmlformats.org/drawingml/2006/main" noGrp="1"/>
          </p:cNvSpPr>
          <p:nvPr/>
        </p:nvSpPr>
        <p:spPr>
          <a:xfrm xmlns:a="http://schemas.openxmlformats.org/drawingml/2006/main" rot="0">
            <a:off x="13129579" y="685985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89" name="Illustrative FACS event-389">
            <a:extLst xmlns:a="http://schemas.openxmlformats.org/drawingml/2006/main">
              <a:ext uri="{FF2B5EF4-FFF2-40B4-BE49-F238E27FC236}">
                <a16:creationId xmlns:a16="http://schemas.microsoft.com/office/drawing/2014/main" id="{2B3A3298-6694-462C-90F5-FFA4E4B4C8A2}"/>
              </a:ext>
            </a:extLst>
          </p:cNvPr>
          <p:cNvSpPr>
            <a:spLocks xmlns:a="http://schemas.openxmlformats.org/drawingml/2006/main" noGrp="1"/>
          </p:cNvSpPr>
          <p:nvPr/>
        </p:nvSpPr>
        <p:spPr>
          <a:xfrm xmlns:a="http://schemas.openxmlformats.org/drawingml/2006/main" rot="0">
            <a:off x="13021477" y="674104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0" name="Illustrative FACS event-390">
            <a:extLst xmlns:a="http://schemas.openxmlformats.org/drawingml/2006/main">
              <a:ext uri="{FF2B5EF4-FFF2-40B4-BE49-F238E27FC236}">
                <a16:creationId xmlns:a16="http://schemas.microsoft.com/office/drawing/2014/main" id="{FCAD8612-DEF5-44BC-B92F-2ED15D1C96F7}"/>
              </a:ext>
            </a:extLst>
          </p:cNvPr>
          <p:cNvSpPr>
            <a:spLocks xmlns:a="http://schemas.openxmlformats.org/drawingml/2006/main" noGrp="1"/>
          </p:cNvSpPr>
          <p:nvPr/>
        </p:nvSpPr>
        <p:spPr>
          <a:xfrm xmlns:a="http://schemas.openxmlformats.org/drawingml/2006/main" rot="0">
            <a:off x="13101324" y="664318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1" name="Illustrative FACS event-391">
            <a:extLst xmlns:a="http://schemas.openxmlformats.org/drawingml/2006/main">
              <a:ext uri="{FF2B5EF4-FFF2-40B4-BE49-F238E27FC236}">
                <a16:creationId xmlns:a16="http://schemas.microsoft.com/office/drawing/2014/main" id="{29C7525C-C4DD-476D-9061-B8A168B6C8E7}"/>
              </a:ext>
            </a:extLst>
          </p:cNvPr>
          <p:cNvSpPr>
            <a:spLocks xmlns:a="http://schemas.openxmlformats.org/drawingml/2006/main" noGrp="1"/>
          </p:cNvSpPr>
          <p:nvPr/>
        </p:nvSpPr>
        <p:spPr>
          <a:xfrm xmlns:a="http://schemas.openxmlformats.org/drawingml/2006/main" rot="0">
            <a:off x="13052998" y="662510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2" name="Illustrative FACS event-392">
            <a:extLst xmlns:a="http://schemas.openxmlformats.org/drawingml/2006/main">
              <a:ext uri="{FF2B5EF4-FFF2-40B4-BE49-F238E27FC236}">
                <a16:creationId xmlns:a16="http://schemas.microsoft.com/office/drawing/2014/main" id="{65ED3722-D093-486C-A3AD-DD17FFB8BC22}"/>
              </a:ext>
            </a:extLst>
          </p:cNvPr>
          <p:cNvSpPr>
            <a:spLocks xmlns:a="http://schemas.openxmlformats.org/drawingml/2006/main" noGrp="1"/>
          </p:cNvSpPr>
          <p:nvPr/>
        </p:nvSpPr>
        <p:spPr>
          <a:xfrm xmlns:a="http://schemas.openxmlformats.org/drawingml/2006/main" rot="0">
            <a:off x="13035912" y="674083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3" name="Illustrative FACS event-393">
            <a:extLst xmlns:a="http://schemas.openxmlformats.org/drawingml/2006/main">
              <a:ext uri="{FF2B5EF4-FFF2-40B4-BE49-F238E27FC236}">
                <a16:creationId xmlns:a16="http://schemas.microsoft.com/office/drawing/2014/main" id="{65F5102C-DD5B-4FD3-90B9-15416C92F1D8}"/>
              </a:ext>
            </a:extLst>
          </p:cNvPr>
          <p:cNvSpPr>
            <a:spLocks xmlns:a="http://schemas.openxmlformats.org/drawingml/2006/main" noGrp="1"/>
          </p:cNvSpPr>
          <p:nvPr/>
        </p:nvSpPr>
        <p:spPr>
          <a:xfrm xmlns:a="http://schemas.openxmlformats.org/drawingml/2006/main" rot="0">
            <a:off x="13086633" y="666638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4" name="Illustrative FACS event-394">
            <a:extLst xmlns:a="http://schemas.openxmlformats.org/drawingml/2006/main">
              <a:ext uri="{FF2B5EF4-FFF2-40B4-BE49-F238E27FC236}">
                <a16:creationId xmlns:a16="http://schemas.microsoft.com/office/drawing/2014/main" id="{D6FBAE0C-ED0F-43C8-8B60-EE7BE9A7AEB4}"/>
              </a:ext>
            </a:extLst>
          </p:cNvPr>
          <p:cNvSpPr>
            <a:spLocks xmlns:a="http://schemas.openxmlformats.org/drawingml/2006/main" noGrp="1"/>
          </p:cNvSpPr>
          <p:nvPr/>
        </p:nvSpPr>
        <p:spPr>
          <a:xfrm xmlns:a="http://schemas.openxmlformats.org/drawingml/2006/main" rot="0">
            <a:off x="13080177" y="669409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5" name="Illustrative FACS event-395">
            <a:extLst xmlns:a="http://schemas.openxmlformats.org/drawingml/2006/main">
              <a:ext uri="{FF2B5EF4-FFF2-40B4-BE49-F238E27FC236}">
                <a16:creationId xmlns:a16="http://schemas.microsoft.com/office/drawing/2014/main" id="{FEDC965C-BED0-4705-9CF1-4A948F7B4E2E}"/>
              </a:ext>
            </a:extLst>
          </p:cNvPr>
          <p:cNvSpPr>
            <a:spLocks xmlns:a="http://schemas.openxmlformats.org/drawingml/2006/main" noGrp="1"/>
          </p:cNvSpPr>
          <p:nvPr/>
        </p:nvSpPr>
        <p:spPr>
          <a:xfrm xmlns:a="http://schemas.openxmlformats.org/drawingml/2006/main" rot="0">
            <a:off x="13086321" y="674881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6" name="Illustrative FACS event-396">
            <a:extLst xmlns:a="http://schemas.openxmlformats.org/drawingml/2006/main">
              <a:ext uri="{FF2B5EF4-FFF2-40B4-BE49-F238E27FC236}">
                <a16:creationId xmlns:a16="http://schemas.microsoft.com/office/drawing/2014/main" id="{48260FB0-B39C-48AC-90FB-B4263B736244}"/>
              </a:ext>
            </a:extLst>
          </p:cNvPr>
          <p:cNvSpPr>
            <a:spLocks xmlns:a="http://schemas.openxmlformats.org/drawingml/2006/main" noGrp="1"/>
          </p:cNvSpPr>
          <p:nvPr/>
        </p:nvSpPr>
        <p:spPr>
          <a:xfrm xmlns:a="http://schemas.openxmlformats.org/drawingml/2006/main" rot="0">
            <a:off x="13117704" y="680342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7" name="Illustrative FACS event-397">
            <a:extLst xmlns:a="http://schemas.openxmlformats.org/drawingml/2006/main">
              <a:ext uri="{FF2B5EF4-FFF2-40B4-BE49-F238E27FC236}">
                <a16:creationId xmlns:a16="http://schemas.microsoft.com/office/drawing/2014/main" id="{51758A07-AA64-4021-925D-CE50A82C6CC2}"/>
              </a:ext>
            </a:extLst>
          </p:cNvPr>
          <p:cNvSpPr>
            <a:spLocks xmlns:a="http://schemas.openxmlformats.org/drawingml/2006/main" noGrp="1"/>
          </p:cNvSpPr>
          <p:nvPr/>
        </p:nvSpPr>
        <p:spPr>
          <a:xfrm xmlns:a="http://schemas.openxmlformats.org/drawingml/2006/main" rot="0">
            <a:off x="12987792" y="681111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8" name="Illustrative FACS event-398">
            <a:extLst xmlns:a="http://schemas.openxmlformats.org/drawingml/2006/main">
              <a:ext uri="{FF2B5EF4-FFF2-40B4-BE49-F238E27FC236}">
                <a16:creationId xmlns:a16="http://schemas.microsoft.com/office/drawing/2014/main" id="{35183D93-FFCC-465D-9C3D-704CC950410C}"/>
              </a:ext>
            </a:extLst>
          </p:cNvPr>
          <p:cNvSpPr>
            <a:spLocks xmlns:a="http://schemas.openxmlformats.org/drawingml/2006/main" noGrp="1"/>
          </p:cNvSpPr>
          <p:nvPr/>
        </p:nvSpPr>
        <p:spPr>
          <a:xfrm xmlns:a="http://schemas.openxmlformats.org/drawingml/2006/main" rot="0">
            <a:off x="13022534" y="684171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399" name="Illustrative FACS event-399">
            <a:extLst xmlns:a="http://schemas.openxmlformats.org/drawingml/2006/main">
              <a:ext uri="{FF2B5EF4-FFF2-40B4-BE49-F238E27FC236}">
                <a16:creationId xmlns:a16="http://schemas.microsoft.com/office/drawing/2014/main" id="{A22FD608-B3FE-4357-BB3E-D0EE92EAE4F5}"/>
              </a:ext>
            </a:extLst>
          </p:cNvPr>
          <p:cNvSpPr>
            <a:spLocks xmlns:a="http://schemas.openxmlformats.org/drawingml/2006/main" noGrp="1"/>
          </p:cNvSpPr>
          <p:nvPr/>
        </p:nvSpPr>
        <p:spPr>
          <a:xfrm xmlns:a="http://schemas.openxmlformats.org/drawingml/2006/main" rot="0">
            <a:off x="13044110" y="683415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0" name="Illustrative FACS event-400">
            <a:extLst xmlns:a="http://schemas.openxmlformats.org/drawingml/2006/main">
              <a:ext uri="{FF2B5EF4-FFF2-40B4-BE49-F238E27FC236}">
                <a16:creationId xmlns:a16="http://schemas.microsoft.com/office/drawing/2014/main" id="{98DA8E51-7927-4A00-8590-96A6A310A787}"/>
              </a:ext>
            </a:extLst>
          </p:cNvPr>
          <p:cNvSpPr>
            <a:spLocks xmlns:a="http://schemas.openxmlformats.org/drawingml/2006/main" noGrp="1"/>
          </p:cNvSpPr>
          <p:nvPr/>
        </p:nvSpPr>
        <p:spPr>
          <a:xfrm xmlns:a="http://schemas.openxmlformats.org/drawingml/2006/main" rot="0">
            <a:off x="13125764" y="671938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1" name="Illustrative FACS event-401">
            <a:extLst xmlns:a="http://schemas.openxmlformats.org/drawingml/2006/main">
              <a:ext uri="{FF2B5EF4-FFF2-40B4-BE49-F238E27FC236}">
                <a16:creationId xmlns:a16="http://schemas.microsoft.com/office/drawing/2014/main" id="{BA28A3DA-7B40-42BD-9814-F56A0285BD0E}"/>
              </a:ext>
            </a:extLst>
          </p:cNvPr>
          <p:cNvSpPr>
            <a:spLocks xmlns:a="http://schemas.openxmlformats.org/drawingml/2006/main" noGrp="1"/>
          </p:cNvSpPr>
          <p:nvPr/>
        </p:nvSpPr>
        <p:spPr>
          <a:xfrm xmlns:a="http://schemas.openxmlformats.org/drawingml/2006/main" rot="0">
            <a:off x="13117732" y="687527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2" name="Illustrative FACS event-402">
            <a:extLst xmlns:a="http://schemas.openxmlformats.org/drawingml/2006/main">
              <a:ext uri="{FF2B5EF4-FFF2-40B4-BE49-F238E27FC236}">
                <a16:creationId xmlns:a16="http://schemas.microsoft.com/office/drawing/2014/main" id="{465656C9-D15B-4E55-8B68-CA4AF9C082DA}"/>
              </a:ext>
            </a:extLst>
          </p:cNvPr>
          <p:cNvSpPr>
            <a:spLocks xmlns:a="http://schemas.openxmlformats.org/drawingml/2006/main" noGrp="1"/>
          </p:cNvSpPr>
          <p:nvPr/>
        </p:nvSpPr>
        <p:spPr>
          <a:xfrm xmlns:a="http://schemas.openxmlformats.org/drawingml/2006/main" rot="0">
            <a:off x="13204489" y="669086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3" name="Illustrative FACS event-403">
            <a:extLst xmlns:a="http://schemas.openxmlformats.org/drawingml/2006/main">
              <a:ext uri="{FF2B5EF4-FFF2-40B4-BE49-F238E27FC236}">
                <a16:creationId xmlns:a16="http://schemas.microsoft.com/office/drawing/2014/main" id="{574AB17E-93ED-4CD6-B306-0F2F3BA65738}"/>
              </a:ext>
            </a:extLst>
          </p:cNvPr>
          <p:cNvSpPr>
            <a:spLocks xmlns:a="http://schemas.openxmlformats.org/drawingml/2006/main" noGrp="1"/>
          </p:cNvSpPr>
          <p:nvPr/>
        </p:nvSpPr>
        <p:spPr>
          <a:xfrm xmlns:a="http://schemas.openxmlformats.org/drawingml/2006/main" rot="0">
            <a:off x="13128973" y="6712256"/>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4" name="Illustrative FACS event-404">
            <a:extLst xmlns:a="http://schemas.openxmlformats.org/drawingml/2006/main">
              <a:ext uri="{FF2B5EF4-FFF2-40B4-BE49-F238E27FC236}">
                <a16:creationId xmlns:a16="http://schemas.microsoft.com/office/drawing/2014/main" id="{94F799AA-8BEC-4A72-A6C9-8C576F19DDD7}"/>
              </a:ext>
            </a:extLst>
          </p:cNvPr>
          <p:cNvSpPr>
            <a:spLocks xmlns:a="http://schemas.openxmlformats.org/drawingml/2006/main" noGrp="1"/>
          </p:cNvSpPr>
          <p:nvPr/>
        </p:nvSpPr>
        <p:spPr>
          <a:xfrm xmlns:a="http://schemas.openxmlformats.org/drawingml/2006/main" rot="0">
            <a:off x="13185050" y="679606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5" name="Illustrative FACS event-405">
            <a:extLst xmlns:a="http://schemas.openxmlformats.org/drawingml/2006/main">
              <a:ext uri="{FF2B5EF4-FFF2-40B4-BE49-F238E27FC236}">
                <a16:creationId xmlns:a16="http://schemas.microsoft.com/office/drawing/2014/main" id="{EF109876-C7CF-48AC-91DB-C5253091BA98}"/>
              </a:ext>
            </a:extLst>
          </p:cNvPr>
          <p:cNvSpPr>
            <a:spLocks xmlns:a="http://schemas.openxmlformats.org/drawingml/2006/main" noGrp="1"/>
          </p:cNvSpPr>
          <p:nvPr/>
        </p:nvSpPr>
        <p:spPr>
          <a:xfrm xmlns:a="http://schemas.openxmlformats.org/drawingml/2006/main" rot="0">
            <a:off x="13173461" y="663584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6" name="Illustrative FACS event-406">
            <a:extLst xmlns:a="http://schemas.openxmlformats.org/drawingml/2006/main">
              <a:ext uri="{FF2B5EF4-FFF2-40B4-BE49-F238E27FC236}">
                <a16:creationId xmlns:a16="http://schemas.microsoft.com/office/drawing/2014/main" id="{4C02CB30-5450-4814-B0A1-356025DFC6EE}"/>
              </a:ext>
            </a:extLst>
          </p:cNvPr>
          <p:cNvSpPr>
            <a:spLocks xmlns:a="http://schemas.openxmlformats.org/drawingml/2006/main" noGrp="1"/>
          </p:cNvSpPr>
          <p:nvPr/>
        </p:nvSpPr>
        <p:spPr>
          <a:xfrm xmlns:a="http://schemas.openxmlformats.org/drawingml/2006/main" rot="0">
            <a:off x="13114731" y="665521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7" name="Illustrative FACS event-407">
            <a:extLst xmlns:a="http://schemas.openxmlformats.org/drawingml/2006/main">
              <a:ext uri="{FF2B5EF4-FFF2-40B4-BE49-F238E27FC236}">
                <a16:creationId xmlns:a16="http://schemas.microsoft.com/office/drawing/2014/main" id="{83FB9469-9A58-4EF1-9496-1068225898BF}"/>
              </a:ext>
            </a:extLst>
          </p:cNvPr>
          <p:cNvSpPr>
            <a:spLocks xmlns:a="http://schemas.openxmlformats.org/drawingml/2006/main" noGrp="1"/>
          </p:cNvSpPr>
          <p:nvPr/>
        </p:nvSpPr>
        <p:spPr>
          <a:xfrm xmlns:a="http://schemas.openxmlformats.org/drawingml/2006/main" rot="0">
            <a:off x="13081628" y="6733173"/>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8" name="Illustrative FACS event-408">
            <a:extLst xmlns:a="http://schemas.openxmlformats.org/drawingml/2006/main">
              <a:ext uri="{FF2B5EF4-FFF2-40B4-BE49-F238E27FC236}">
                <a16:creationId xmlns:a16="http://schemas.microsoft.com/office/drawing/2014/main" id="{C62DCE74-54AC-4B11-A018-34368EF978D3}"/>
              </a:ext>
            </a:extLst>
          </p:cNvPr>
          <p:cNvSpPr>
            <a:spLocks xmlns:a="http://schemas.openxmlformats.org/drawingml/2006/main" noGrp="1"/>
          </p:cNvSpPr>
          <p:nvPr/>
        </p:nvSpPr>
        <p:spPr>
          <a:xfrm xmlns:a="http://schemas.openxmlformats.org/drawingml/2006/main" rot="0">
            <a:off x="13065408" y="670377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09" name="Illustrative FACS event-409">
            <a:extLst xmlns:a="http://schemas.openxmlformats.org/drawingml/2006/main">
              <a:ext uri="{FF2B5EF4-FFF2-40B4-BE49-F238E27FC236}">
                <a16:creationId xmlns:a16="http://schemas.microsoft.com/office/drawing/2014/main" id="{582FF05D-E72A-4134-9387-E8AF5C885A7B}"/>
              </a:ext>
            </a:extLst>
          </p:cNvPr>
          <p:cNvSpPr>
            <a:spLocks xmlns:a="http://schemas.openxmlformats.org/drawingml/2006/main" noGrp="1"/>
          </p:cNvSpPr>
          <p:nvPr/>
        </p:nvSpPr>
        <p:spPr>
          <a:xfrm xmlns:a="http://schemas.openxmlformats.org/drawingml/2006/main" rot="0">
            <a:off x="13192350" y="678244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0" name="Illustrative FACS event-410">
            <a:extLst xmlns:a="http://schemas.openxmlformats.org/drawingml/2006/main">
              <a:ext uri="{FF2B5EF4-FFF2-40B4-BE49-F238E27FC236}">
                <a16:creationId xmlns:a16="http://schemas.microsoft.com/office/drawing/2014/main" id="{CBE77B59-32DF-4D4D-A8BA-F7FCE607C047}"/>
              </a:ext>
            </a:extLst>
          </p:cNvPr>
          <p:cNvSpPr>
            <a:spLocks xmlns:a="http://schemas.openxmlformats.org/drawingml/2006/main" noGrp="1"/>
          </p:cNvSpPr>
          <p:nvPr/>
        </p:nvSpPr>
        <p:spPr>
          <a:xfrm xmlns:a="http://schemas.openxmlformats.org/drawingml/2006/main" rot="0">
            <a:off x="13123553" y="6708020"/>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1" name="Illustrative FACS event-411">
            <a:extLst xmlns:a="http://schemas.openxmlformats.org/drawingml/2006/main">
              <a:ext uri="{FF2B5EF4-FFF2-40B4-BE49-F238E27FC236}">
                <a16:creationId xmlns:a16="http://schemas.microsoft.com/office/drawing/2014/main" id="{5BD613FF-7B1C-44F5-B0FD-50A0118B360D}"/>
              </a:ext>
            </a:extLst>
          </p:cNvPr>
          <p:cNvSpPr>
            <a:spLocks xmlns:a="http://schemas.openxmlformats.org/drawingml/2006/main" noGrp="1"/>
          </p:cNvSpPr>
          <p:nvPr/>
        </p:nvSpPr>
        <p:spPr>
          <a:xfrm xmlns:a="http://schemas.openxmlformats.org/drawingml/2006/main" rot="0">
            <a:off x="12988101" y="668667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2" name="Illustrative FACS event-412">
            <a:extLst xmlns:a="http://schemas.openxmlformats.org/drawingml/2006/main">
              <a:ext uri="{FF2B5EF4-FFF2-40B4-BE49-F238E27FC236}">
                <a16:creationId xmlns:a16="http://schemas.microsoft.com/office/drawing/2014/main" id="{8AAE81F0-1608-4E30-B5FD-F9EFD68D7B07}"/>
              </a:ext>
            </a:extLst>
          </p:cNvPr>
          <p:cNvSpPr>
            <a:spLocks xmlns:a="http://schemas.openxmlformats.org/drawingml/2006/main" noGrp="1"/>
          </p:cNvSpPr>
          <p:nvPr/>
        </p:nvSpPr>
        <p:spPr>
          <a:xfrm xmlns:a="http://schemas.openxmlformats.org/drawingml/2006/main" rot="0">
            <a:off x="13016646" y="672657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3" name="Illustrative FACS event-413">
            <a:extLst xmlns:a="http://schemas.openxmlformats.org/drawingml/2006/main">
              <a:ext uri="{FF2B5EF4-FFF2-40B4-BE49-F238E27FC236}">
                <a16:creationId xmlns:a16="http://schemas.microsoft.com/office/drawing/2014/main" id="{F80DEB4C-9B42-4229-BFD6-8930F060C8CE}"/>
              </a:ext>
            </a:extLst>
          </p:cNvPr>
          <p:cNvSpPr>
            <a:spLocks xmlns:a="http://schemas.openxmlformats.org/drawingml/2006/main" noGrp="1"/>
          </p:cNvSpPr>
          <p:nvPr/>
        </p:nvSpPr>
        <p:spPr>
          <a:xfrm xmlns:a="http://schemas.openxmlformats.org/drawingml/2006/main" rot="0">
            <a:off x="13037894" y="6773627"/>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4" name="Illustrative FACS event-414">
            <a:extLst xmlns:a="http://schemas.openxmlformats.org/drawingml/2006/main">
              <a:ext uri="{FF2B5EF4-FFF2-40B4-BE49-F238E27FC236}">
                <a16:creationId xmlns:a16="http://schemas.microsoft.com/office/drawing/2014/main" id="{BB847644-76BA-4F33-9B1B-501FB22939B2}"/>
              </a:ext>
            </a:extLst>
          </p:cNvPr>
          <p:cNvSpPr>
            <a:spLocks xmlns:a="http://schemas.openxmlformats.org/drawingml/2006/main" noGrp="1"/>
          </p:cNvSpPr>
          <p:nvPr/>
        </p:nvSpPr>
        <p:spPr>
          <a:xfrm xmlns:a="http://schemas.openxmlformats.org/drawingml/2006/main" rot="0">
            <a:off x="13022752" y="6715541"/>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5" name="Illustrative FACS event-415">
            <a:extLst xmlns:a="http://schemas.openxmlformats.org/drawingml/2006/main">
              <a:ext uri="{FF2B5EF4-FFF2-40B4-BE49-F238E27FC236}">
                <a16:creationId xmlns:a16="http://schemas.microsoft.com/office/drawing/2014/main" id="{E7716A5F-27B1-46BC-A6C0-9698F8EE52C1}"/>
              </a:ext>
            </a:extLst>
          </p:cNvPr>
          <p:cNvSpPr>
            <a:spLocks xmlns:a="http://schemas.openxmlformats.org/drawingml/2006/main" noGrp="1"/>
          </p:cNvSpPr>
          <p:nvPr/>
        </p:nvSpPr>
        <p:spPr>
          <a:xfrm xmlns:a="http://schemas.openxmlformats.org/drawingml/2006/main" rot="0">
            <a:off x="13054815" y="677522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6" name="Illustrative FACS event-416">
            <a:extLst xmlns:a="http://schemas.openxmlformats.org/drawingml/2006/main">
              <a:ext uri="{FF2B5EF4-FFF2-40B4-BE49-F238E27FC236}">
                <a16:creationId xmlns:a16="http://schemas.microsoft.com/office/drawing/2014/main" id="{9BED8D20-E420-4B74-A847-19609C97AC28}"/>
              </a:ext>
            </a:extLst>
          </p:cNvPr>
          <p:cNvSpPr>
            <a:spLocks xmlns:a="http://schemas.openxmlformats.org/drawingml/2006/main" noGrp="1"/>
          </p:cNvSpPr>
          <p:nvPr/>
        </p:nvSpPr>
        <p:spPr>
          <a:xfrm xmlns:a="http://schemas.openxmlformats.org/drawingml/2006/main" rot="0">
            <a:off x="13038727" y="6740989"/>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7" name="Illustrative FACS event-417">
            <a:extLst xmlns:a="http://schemas.openxmlformats.org/drawingml/2006/main">
              <a:ext uri="{FF2B5EF4-FFF2-40B4-BE49-F238E27FC236}">
                <a16:creationId xmlns:a16="http://schemas.microsoft.com/office/drawing/2014/main" id="{DB309E3B-4399-4013-9D9A-8F914ADD830E}"/>
              </a:ext>
            </a:extLst>
          </p:cNvPr>
          <p:cNvSpPr>
            <a:spLocks xmlns:a="http://schemas.openxmlformats.org/drawingml/2006/main" noGrp="1"/>
          </p:cNvSpPr>
          <p:nvPr/>
        </p:nvSpPr>
        <p:spPr>
          <a:xfrm xmlns:a="http://schemas.openxmlformats.org/drawingml/2006/main" rot="0">
            <a:off x="13062723" y="6748935"/>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8" name="Illustrative FACS event-418">
            <a:extLst xmlns:a="http://schemas.openxmlformats.org/drawingml/2006/main">
              <a:ext uri="{FF2B5EF4-FFF2-40B4-BE49-F238E27FC236}">
                <a16:creationId xmlns:a16="http://schemas.microsoft.com/office/drawing/2014/main" id="{8E49C713-6356-4402-B1CC-60A62163857F}"/>
              </a:ext>
            </a:extLst>
          </p:cNvPr>
          <p:cNvSpPr>
            <a:spLocks xmlns:a="http://schemas.openxmlformats.org/drawingml/2006/main" noGrp="1"/>
          </p:cNvSpPr>
          <p:nvPr/>
        </p:nvSpPr>
        <p:spPr>
          <a:xfrm xmlns:a="http://schemas.openxmlformats.org/drawingml/2006/main" rot="0">
            <a:off x="13140235" y="667124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19" name="Illustrative FACS event-419">
            <a:extLst xmlns:a="http://schemas.openxmlformats.org/drawingml/2006/main">
              <a:ext uri="{FF2B5EF4-FFF2-40B4-BE49-F238E27FC236}">
                <a16:creationId xmlns:a16="http://schemas.microsoft.com/office/drawing/2014/main" id="{E5908F7F-84F4-47DA-9223-7E2882EF222B}"/>
              </a:ext>
            </a:extLst>
          </p:cNvPr>
          <p:cNvSpPr>
            <a:spLocks xmlns:a="http://schemas.openxmlformats.org/drawingml/2006/main" noGrp="1"/>
          </p:cNvSpPr>
          <p:nvPr/>
        </p:nvSpPr>
        <p:spPr>
          <a:xfrm xmlns:a="http://schemas.openxmlformats.org/drawingml/2006/main" rot="0">
            <a:off x="13155846" y="672086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20" name="Illustrative FACS event-420">
            <a:extLst xmlns:a="http://schemas.openxmlformats.org/drawingml/2006/main">
              <a:ext uri="{FF2B5EF4-FFF2-40B4-BE49-F238E27FC236}">
                <a16:creationId xmlns:a16="http://schemas.microsoft.com/office/drawing/2014/main" id="{D8532309-41DB-40BB-B5B8-8C5E8BAB16C7}"/>
              </a:ext>
            </a:extLst>
          </p:cNvPr>
          <p:cNvSpPr>
            <a:spLocks xmlns:a="http://schemas.openxmlformats.org/drawingml/2006/main" noGrp="1"/>
          </p:cNvSpPr>
          <p:nvPr/>
        </p:nvSpPr>
        <p:spPr>
          <a:xfrm xmlns:a="http://schemas.openxmlformats.org/drawingml/2006/main" rot="0">
            <a:off x="13057715" y="666704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21" name="Illustrative FACS event-421">
            <a:extLst xmlns:a="http://schemas.openxmlformats.org/drawingml/2006/main">
              <a:ext uri="{FF2B5EF4-FFF2-40B4-BE49-F238E27FC236}">
                <a16:creationId xmlns:a16="http://schemas.microsoft.com/office/drawing/2014/main" id="{394D0406-6C1C-46CD-9B9F-4EC12F55D825}"/>
              </a:ext>
            </a:extLst>
          </p:cNvPr>
          <p:cNvSpPr>
            <a:spLocks xmlns:a="http://schemas.openxmlformats.org/drawingml/2006/main" noGrp="1"/>
          </p:cNvSpPr>
          <p:nvPr/>
        </p:nvSpPr>
        <p:spPr>
          <a:xfrm xmlns:a="http://schemas.openxmlformats.org/drawingml/2006/main" rot="0">
            <a:off x="13157639" y="6744614"/>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22" name="Illustrative FACS event-422">
            <a:extLst xmlns:a="http://schemas.openxmlformats.org/drawingml/2006/main">
              <a:ext uri="{FF2B5EF4-FFF2-40B4-BE49-F238E27FC236}">
                <a16:creationId xmlns:a16="http://schemas.microsoft.com/office/drawing/2014/main" id="{86722E77-62D2-4569-99C9-79B8E12496B7}"/>
              </a:ext>
            </a:extLst>
          </p:cNvPr>
          <p:cNvSpPr>
            <a:spLocks xmlns:a="http://schemas.openxmlformats.org/drawingml/2006/main" noGrp="1"/>
          </p:cNvSpPr>
          <p:nvPr/>
        </p:nvSpPr>
        <p:spPr>
          <a:xfrm xmlns:a="http://schemas.openxmlformats.org/drawingml/2006/main" rot="0">
            <a:off x="13242397" y="6810972"/>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23" name="Illustrative FACS event-423">
            <a:extLst xmlns:a="http://schemas.openxmlformats.org/drawingml/2006/main">
              <a:ext uri="{FF2B5EF4-FFF2-40B4-BE49-F238E27FC236}">
                <a16:creationId xmlns:a16="http://schemas.microsoft.com/office/drawing/2014/main" id="{ACFAAF39-6ECC-414A-8BDF-8ECFB603755C}"/>
              </a:ext>
            </a:extLst>
          </p:cNvPr>
          <p:cNvSpPr>
            <a:spLocks xmlns:a="http://schemas.openxmlformats.org/drawingml/2006/main" noGrp="1"/>
          </p:cNvSpPr>
          <p:nvPr/>
        </p:nvSpPr>
        <p:spPr>
          <a:xfrm xmlns:a="http://schemas.openxmlformats.org/drawingml/2006/main" rot="0">
            <a:off x="13135445" y="6575508"/>
            <a:ext cx="25718" cy="25718"/>
          </a:xfrm>
          <a:prstGeom xmlns:a="http://schemas.openxmlformats.org/drawingml/2006/main" prst="ellipse">
            <a:avLst/>
          </a:prstGeom>
          <a:solidFill xmlns:a="http://schemas.openxmlformats.org/drawingml/2006/main">
            <a:srgbClr val="E851BA"/>
          </a:solidFill>
          <a:ln xmlns:a="http://schemas.openxmlformats.org/drawingml/2006/main" w="0">
            <a:noFill/>
            <a:prstDash val="solid"/>
          </a:ln>
        </p:spPr>
      </p:sp>
      <p:sp>
        <p:nvSpPr>
          <p:cNvPr id="424" name="GFP-424">
            <a:extLst xmlns:a="http://schemas.openxmlformats.org/drawingml/2006/main">
              <a:ext uri="{FF2B5EF4-FFF2-40B4-BE49-F238E27FC236}">
                <a16:creationId xmlns:a16="http://schemas.microsoft.com/office/drawing/2014/main" id="{A36DE64A-DEA3-4EB4-A138-CB4ED0371779}"/>
              </a:ext>
            </a:extLst>
          </p:cNvPr>
          <p:cNvSpPr>
            <a:spLocks xmlns:a="http://schemas.openxmlformats.org/drawingml/2006/main" noGrp="1"/>
          </p:cNvSpPr>
          <p:nvPr/>
        </p:nvSpPr>
        <p:spPr>
          <a:xfrm xmlns:a="http://schemas.openxmlformats.org/drawingml/2006/main" rot="0">
            <a:off x="12820650" y="7639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142238"/>
                </a:solidFill>
                <a:latin typeface="Arial"/>
                <a:ea typeface="Arial"/>
                <a:cs typeface="Arial"/>
              </a:defRPr>
            </a:pPr>
            <a:r>
              <a:rPr sz="1425" b="0">
                <a:solidFill>
                  <a:srgbClr val="142238"/>
                </a:solidFill>
                <a:latin typeface="Arial"/>
                <a:ea typeface="Arial"/>
                <a:cs typeface="Arial"/>
              </a:rPr>
              <a:t>GFP</a:t>
            </a:r>
          </a:p>
        </p:txBody>
      </p:sp>
      <p:sp>
        <p:nvSpPr>
          <p:cNvPr id="425" name="mCherry-425">
            <a:extLst xmlns:a="http://schemas.openxmlformats.org/drawingml/2006/main">
              <a:ext uri="{FF2B5EF4-FFF2-40B4-BE49-F238E27FC236}">
                <a16:creationId xmlns:a16="http://schemas.microsoft.com/office/drawing/2014/main" id="{088804BC-B692-4A9F-863C-1D7563539D9F}"/>
              </a:ext>
            </a:extLst>
          </p:cNvPr>
          <p:cNvSpPr>
            <a:spLocks xmlns:a="http://schemas.openxmlformats.org/drawingml/2006/main" noGrp="1"/>
          </p:cNvSpPr>
          <p:nvPr/>
        </p:nvSpPr>
        <p:spPr>
          <a:xfrm xmlns:a="http://schemas.openxmlformats.org/drawingml/2006/main" rot="-5400000">
            <a:off x="12392025" y="68770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142238"/>
                </a:solidFill>
                <a:latin typeface="Arial"/>
                <a:ea typeface="Arial"/>
                <a:cs typeface="Arial"/>
              </a:defRPr>
            </a:pPr>
            <a:r>
              <a:rPr sz="1350" b="0">
                <a:solidFill>
                  <a:srgbClr val="142238"/>
                </a:solidFill>
                <a:latin typeface="Arial"/>
                <a:ea typeface="Arial"/>
                <a:cs typeface="Arial"/>
              </a:rPr>
              <a:t>mCherry</a:t>
            </a:r>
          </a:p>
        </p:txBody>
      </p:sp>
      <p:sp>
        <p:nvSpPr>
          <p:cNvPr id="426" name="GFP− / mCherry+-426">
            <a:extLst xmlns:a="http://schemas.openxmlformats.org/drawingml/2006/main">
              <a:ext uri="{FF2B5EF4-FFF2-40B4-BE49-F238E27FC236}">
                <a16:creationId xmlns:a16="http://schemas.microsoft.com/office/drawing/2014/main" id="{5BB13047-BD4C-435D-80CD-2612A950A01D}"/>
              </a:ext>
            </a:extLst>
          </p:cNvPr>
          <p:cNvSpPr>
            <a:spLocks xmlns:a="http://schemas.openxmlformats.org/drawingml/2006/main" noGrp="1"/>
          </p:cNvSpPr>
          <p:nvPr/>
        </p:nvSpPr>
        <p:spPr>
          <a:xfrm xmlns:a="http://schemas.openxmlformats.org/drawingml/2006/main" rot="0">
            <a:off x="12630150" y="79152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42238"/>
                </a:solidFill>
                <a:latin typeface="Arial"/>
                <a:ea typeface="Arial"/>
                <a:cs typeface="Arial"/>
              </a:defRPr>
            </a:pPr>
            <a:r>
              <a:rPr sz="1350" b="1">
                <a:solidFill>
                  <a:srgbClr val="142238"/>
                </a:solidFill>
                <a:latin typeface="Arial"/>
                <a:ea typeface="Arial"/>
                <a:cs typeface="Arial"/>
              </a:rPr>
              <a:t>GFP− / mCherry+</a:t>
            </a:r>
          </a:p>
        </p:txBody>
      </p:sp>
      <p:sp>
        <p:nvSpPr>
          <p:cNvPr id="427" name="line-427">
            <a:extLst xmlns:a="http://schemas.openxmlformats.org/drawingml/2006/main">
              <a:ext uri="{FF2B5EF4-FFF2-40B4-BE49-F238E27FC236}">
                <a16:creationId xmlns:a16="http://schemas.microsoft.com/office/drawing/2014/main" id="{1DCFE021-91BB-4043-B92A-0411DBBB006D}"/>
              </a:ext>
            </a:extLst>
          </p:cNvPr>
          <p:cNvSpPr>
            <a:spLocks xmlns:a="http://schemas.openxmlformats.org/drawingml/2006/main" noGrp="1"/>
          </p:cNvSpPr>
          <p:nvPr/>
        </p:nvSpPr>
        <p:spPr>
          <a:xfrm xmlns:a="http://schemas.openxmlformats.org/drawingml/2006/main">
            <a:off x="10953750" y="7038975"/>
            <a:ext cx="1295400" cy="9525"/>
          </a:xfrm>
          <a:custGeom xmlns:a="http://schemas.openxmlformats.org/drawingml/2006/main">
            <a:pathLst>
              <a:path w="1295400" h="9525">
                <a:moveTo>
                  <a:pt x="0" y="0"/>
                </a:moveTo>
                <a:lnTo>
                  <a:pt x="1295400" y="0"/>
                </a:lnTo>
              </a:path>
            </a:pathLst>
          </a:custGeom>
          <a:noFill xmlns:a="http://schemas.openxmlformats.org/drawingml/2006/main"/>
          <a:ln xmlns:a="http://schemas.openxmlformats.org/drawingml/2006/main" w="22860">
            <a:solidFill>
              <a:srgbClr val="142238"/>
            </a:solidFill>
            <a:prstDash val="solid"/>
          </a:ln>
        </p:spPr>
      </p:sp>
      <p:sp>
        <p:nvSpPr>
          <p:cNvPr id="428" name="arrowhead-428">
            <a:extLst xmlns:a="http://schemas.openxmlformats.org/drawingml/2006/main">
              <a:ext uri="{FF2B5EF4-FFF2-40B4-BE49-F238E27FC236}">
                <a16:creationId xmlns:a16="http://schemas.microsoft.com/office/drawing/2014/main" id="{D5307FFC-3239-4627-B007-46340A368787}"/>
              </a:ext>
            </a:extLst>
          </p:cNvPr>
          <p:cNvSpPr>
            <a:spLocks xmlns:a="http://schemas.openxmlformats.org/drawingml/2006/main" noGrp="1"/>
          </p:cNvSpPr>
          <p:nvPr/>
        </p:nvSpPr>
        <p:spPr>
          <a:xfrm xmlns:a="http://schemas.openxmlformats.org/drawingml/2006/main">
            <a:off x="12173919" y="6997876"/>
            <a:ext cx="75231" cy="82198"/>
          </a:xfrm>
          <a:custGeom xmlns:a="http://schemas.openxmlformats.org/drawingml/2006/main">
            <a:pathLst>
              <a:path w="75231" h="82198">
                <a:moveTo>
                  <a:pt x="75231" y="41099"/>
                </a:moveTo>
                <a:lnTo>
                  <a:pt x="0" y="82198"/>
                </a:lnTo>
                <a:lnTo>
                  <a:pt x="0" y="0"/>
                </a:lnTo>
                <a:close/>
              </a:path>
            </a:pathLst>
          </a:custGeom>
          <a:solidFill xmlns:a="http://schemas.openxmlformats.org/drawingml/2006/main">
            <a:srgbClr val="142238"/>
          </a:solidFill>
          <a:ln xmlns:a="http://schemas.openxmlformats.org/drawingml/2006/main" w="0">
            <a:solidFill>
              <a:srgbClr val="142238"/>
            </a:solidFill>
          </a:ln>
        </p:spPr>
      </p:sp>
      <p:sp>
        <p:nvSpPr>
          <p:cNvPr id="429" name="RMCE + selection-429">
            <a:extLst xmlns:a="http://schemas.openxmlformats.org/drawingml/2006/main">
              <a:ext uri="{FF2B5EF4-FFF2-40B4-BE49-F238E27FC236}">
                <a16:creationId xmlns:a16="http://schemas.microsoft.com/office/drawing/2014/main" id="{4CC76B7E-F06B-464F-80A6-CC6E989D5291}"/>
              </a:ext>
            </a:extLst>
          </p:cNvPr>
          <p:cNvSpPr>
            <a:spLocks xmlns:a="http://schemas.openxmlformats.org/drawingml/2006/main" noGrp="1"/>
          </p:cNvSpPr>
          <p:nvPr/>
        </p:nvSpPr>
        <p:spPr>
          <a:xfrm xmlns:a="http://schemas.openxmlformats.org/drawingml/2006/main" rot="0">
            <a:off x="10715625" y="6686550"/>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0">
                <a:solidFill>
                  <a:srgbClr val="142238"/>
                </a:solidFill>
                <a:latin typeface="Arial"/>
                <a:ea typeface="Arial"/>
                <a:cs typeface="Arial"/>
              </a:defRPr>
            </a:pPr>
            <a:r>
              <a:rPr sz="1275" b="0">
                <a:solidFill>
                  <a:srgbClr val="142238"/>
                </a:solidFill>
                <a:latin typeface="Arial"/>
                <a:ea typeface="Arial"/>
                <a:cs typeface="Arial"/>
              </a:rPr>
              <a:t>RMCE + selection</a:t>
            </a:r>
          </a:p>
        </p:txBody>
      </p:sp>
      <p:sp>
        <p:nvSpPr>
          <p:cNvPr id="430" name="mCherry has its own promoter; transient -430">
            <a:extLst xmlns:a="http://schemas.openxmlformats.org/drawingml/2006/main">
              <a:ext uri="{FF2B5EF4-FFF2-40B4-BE49-F238E27FC236}">
                <a16:creationId xmlns:a16="http://schemas.microsoft.com/office/drawing/2014/main" id="{937B361D-E402-4C20-91D7-3CA725F56B92}"/>
              </a:ext>
            </a:extLst>
          </p:cNvPr>
          <p:cNvSpPr>
            <a:spLocks xmlns:a="http://schemas.openxmlformats.org/drawingml/2006/main" noGrp="1"/>
          </p:cNvSpPr>
          <p:nvPr/>
        </p:nvSpPr>
        <p:spPr>
          <a:xfrm xmlns:a="http://schemas.openxmlformats.org/drawingml/2006/main" rot="0">
            <a:off x="8591550" y="8134350"/>
            <a:ext cx="6267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25" b="0">
                <a:solidFill>
                  <a:srgbClr val="526174"/>
                </a:solidFill>
                <a:latin typeface="Arial"/>
                <a:ea typeface="Arial"/>
                <a:cs typeface="Arial"/>
              </a:defRPr>
            </a:pPr>
            <a:r>
              <a:rPr sz="1125" b="0">
                <a:solidFill>
                  <a:srgbClr val="526174"/>
                </a:solidFill>
                <a:latin typeface="Arial"/>
                <a:ea typeface="Arial"/>
                <a:cs typeface="Arial"/>
              </a:rPr>
              <a:t>mCherry has its own promoter; transient donor expression is possible.</a:t>
            </a:r>
          </a:p>
        </p:txBody>
      </p:sp>
      <p:sp>
        <p:nvSpPr>
          <p:cNvPr id="431" name="line-431">
            <a:extLst xmlns:a="http://schemas.openxmlformats.org/drawingml/2006/main">
              <a:ext uri="{FF2B5EF4-FFF2-40B4-BE49-F238E27FC236}">
                <a16:creationId xmlns:a16="http://schemas.microsoft.com/office/drawing/2014/main" id="{DECBF8C0-D986-4138-A8B1-405765D8D0FB}"/>
              </a:ext>
            </a:extLst>
          </p:cNvPr>
          <p:cNvSpPr>
            <a:spLocks xmlns:a="http://schemas.openxmlformats.org/drawingml/2006/main" noGrp="1"/>
          </p:cNvSpPr>
          <p:nvPr/>
        </p:nvSpPr>
        <p:spPr>
          <a:xfrm xmlns:a="http://schemas.openxmlformats.org/drawingml/2006/main">
            <a:off x="381000" y="8286750"/>
            <a:ext cx="7724775" cy="9525"/>
          </a:xfrm>
          <a:custGeom xmlns:a="http://schemas.openxmlformats.org/drawingml/2006/main">
            <a:pathLst>
              <a:path w="7724775" h="9525">
                <a:moveTo>
                  <a:pt x="0" y="0"/>
                </a:moveTo>
                <a:lnTo>
                  <a:pt x="7724775" y="0"/>
                </a:lnTo>
              </a:path>
            </a:pathLst>
          </a:custGeom>
          <a:noFill xmlns:a="http://schemas.openxmlformats.org/drawingml/2006/main"/>
          <a:ln xmlns:a="http://schemas.openxmlformats.org/drawingml/2006/main" w="9525">
            <a:solidFill>
              <a:srgbClr val="B8C0CB"/>
            </a:solidFill>
            <a:prstDash val="solid"/>
          </a:ln>
        </p:spPr>
      </p:sp>
      <p:sp>
        <p:nvSpPr>
          <p:cNvPr id="432" name="Enh: enhancer   CoreP: core promoter   p-432">
            <a:extLst xmlns:a="http://schemas.openxmlformats.org/drawingml/2006/main">
              <a:ext uri="{FF2B5EF4-FFF2-40B4-BE49-F238E27FC236}">
                <a16:creationId xmlns:a16="http://schemas.microsoft.com/office/drawing/2014/main" id="{AF6B2AEA-2411-431C-A0F3-690DB617233F}"/>
              </a:ext>
            </a:extLst>
          </p:cNvPr>
          <p:cNvSpPr>
            <a:spLocks xmlns:a="http://schemas.openxmlformats.org/drawingml/2006/main" noGrp="1"/>
          </p:cNvSpPr>
          <p:nvPr/>
        </p:nvSpPr>
        <p:spPr>
          <a:xfrm xmlns:a="http://schemas.openxmlformats.org/drawingml/2006/main" rot="0">
            <a:off x="381000" y="8353425"/>
            <a:ext cx="790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67386"/>
                </a:solidFill>
                <a:latin typeface="Arial"/>
                <a:ea typeface="Arial"/>
                <a:cs typeface="Arial"/>
              </a:defRPr>
            </a:pPr>
            <a:r>
              <a:rPr sz="1050" b="0">
                <a:solidFill>
                  <a:srgbClr val="667386"/>
                </a:solidFill>
                <a:latin typeface="Arial"/>
                <a:ea typeface="Arial"/>
                <a:cs typeface="Arial"/>
              </a:rPr>
              <a:t>Enh: enhancer   CoreP: core promoter   pA: poly(A)   J: recombined junction</a:t>
            </a:r>
          </a:p>
        </p:txBody>
      </p:sp>
    </p:spTree>
    <p:extLst>
      <p:ext uri="{BB962C8B-B14F-4D97-AF65-F5344CB8AC3E}">
        <p14:creationId xmlns:p14="http://schemas.microsoft.com/office/powerpoint/2010/main" val="155023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2026-09-30T01:34:02.3620000Z</dcterms:created>
  <dcterms:modified xsi:type="dcterms:W3CDTF">2026-09-30T01:34:02.3620000Z</dcterms:modified>
</coreProperties>
</file>